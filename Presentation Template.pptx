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embeddedFontLst>
    <p:embeddedFont>
      <p:font typeface="Quattrocento Sans" charset="-122" pitchFamily="34"/>
      <p:regular r:id="rId18"/>
    </p:embeddedFont>
    <p:embeddedFont>
      <p:font typeface="Liter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91500" y="-1714500"/>
            <a:ext cx="5715000" cy="5715000"/>
          </a:xfrm>
          <a:custGeom>
            <a:avLst/>
            <a:gdLst/>
            <a:ahLst/>
            <a:cxnLst/>
            <a:rect l="l" t="t" r="r" b="b"/>
            <a:pathLst>
              <a:path w="5715000" h="5715000">
                <a:moveTo>
                  <a:pt x="2857500" y="0"/>
                </a:moveTo>
                <a:lnTo>
                  <a:pt x="2857500" y="0"/>
                </a:lnTo>
                <a:cubicBezTo>
                  <a:pt x="4434597" y="0"/>
                  <a:pt x="5715000" y="1280403"/>
                  <a:pt x="5715000" y="2857500"/>
                </a:cubicBezTo>
                <a:lnTo>
                  <a:pt x="5715000" y="2857500"/>
                </a:lnTo>
                <a:cubicBezTo>
                  <a:pt x="5715000" y="4434597"/>
                  <a:pt x="4434597" y="5715000"/>
                  <a:pt x="2857500" y="5715000"/>
                </a:cubicBezTo>
                <a:lnTo>
                  <a:pt x="2857500" y="5715000"/>
                </a:lnTo>
                <a:cubicBezTo>
                  <a:pt x="1280403" y="5715000"/>
                  <a:pt x="0" y="4434597"/>
                  <a:pt x="0" y="2857500"/>
                </a:cubicBezTo>
                <a:lnTo>
                  <a:pt x="0" y="2857500"/>
                </a:lnTo>
                <a:cubicBezTo>
                  <a:pt x="0" y="1280403"/>
                  <a:pt x="1280403" y="0"/>
                  <a:pt x="2857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7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-1143000" y="4191000"/>
            <a:ext cx="3810000" cy="3810000"/>
          </a:xfrm>
          <a:custGeom>
            <a:avLst/>
            <a:gdLst/>
            <a:ahLst/>
            <a:cxnLst/>
            <a:rect l="l" t="t" r="r" b="b"/>
            <a:pathLst>
              <a:path w="3810000" h="3810000">
                <a:moveTo>
                  <a:pt x="1905000" y="0"/>
                </a:moveTo>
                <a:lnTo>
                  <a:pt x="1905000" y="0"/>
                </a:lnTo>
                <a:cubicBezTo>
                  <a:pt x="2956398" y="0"/>
                  <a:pt x="3810000" y="853602"/>
                  <a:pt x="3810000" y="1905000"/>
                </a:cubicBezTo>
                <a:lnTo>
                  <a:pt x="3810000" y="1905000"/>
                </a:lnTo>
                <a:cubicBezTo>
                  <a:pt x="3810000" y="2956398"/>
                  <a:pt x="2956398" y="3810000"/>
                  <a:pt x="1905000" y="3810000"/>
                </a:cubicBezTo>
                <a:lnTo>
                  <a:pt x="1905000" y="3810000"/>
                </a:lnTo>
                <a:cubicBezTo>
                  <a:pt x="853602" y="3810000"/>
                  <a:pt x="0" y="2956398"/>
                  <a:pt x="0" y="1905000"/>
                </a:cubicBezTo>
                <a:lnTo>
                  <a:pt x="0" y="1905000"/>
                </a:lnTo>
                <a:cubicBezTo>
                  <a:pt x="0" y="853602"/>
                  <a:pt x="853602" y="0"/>
                  <a:pt x="1905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E5FF"/>
              </a:gs>
              <a:gs pos="7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4" name="Shape 2"/>
          <p:cNvSpPr/>
          <p:nvPr/>
        </p:nvSpPr>
        <p:spPr>
          <a:xfrm>
            <a:off x="5324921" y="1647825"/>
            <a:ext cx="1543050" cy="390525"/>
          </a:xfrm>
          <a:custGeom>
            <a:avLst/>
            <a:gdLst/>
            <a:ahLst/>
            <a:cxnLst/>
            <a:rect l="l" t="t" r="r" b="b"/>
            <a:pathLst>
              <a:path w="1543050" h="390525">
                <a:moveTo>
                  <a:pt x="195263" y="0"/>
                </a:moveTo>
                <a:lnTo>
                  <a:pt x="1347788" y="0"/>
                </a:lnTo>
                <a:cubicBezTo>
                  <a:pt x="1455556" y="0"/>
                  <a:pt x="1543050" y="87494"/>
                  <a:pt x="1543050" y="195263"/>
                </a:cubicBezTo>
                <a:lnTo>
                  <a:pt x="1543050" y="195263"/>
                </a:lnTo>
                <a:cubicBezTo>
                  <a:pt x="1543050" y="303031"/>
                  <a:pt x="1455556" y="390525"/>
                  <a:pt x="1347788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3D5AFE">
              <a:alpha val="10196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24946" y="1776413"/>
            <a:ext cx="11421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spc="105" kern="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69456" y="2576513"/>
            <a:ext cx="56578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Title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0" y="3662362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50000">
                <a:srgbClr val="00E5FF"/>
              </a:gs>
              <a:gs pos="100000">
                <a:srgbClr val="FF3D71"/>
              </a:gs>
            </a:gsLst>
            <a:lin ang="0" scaled="1"/>
          </a:gradFill>
          <a:ln/>
          <a:effectLst>
            <a:outerShdw sx="100000" sy="100000" kx="0" ky="0" algn="bl" rotWithShape="0" blurRad="190500" dist="50800" dir="2700000">
              <a:srgbClr val="3d5afe">
                <a:alpha val="5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53025" y="4005262"/>
            <a:ext cx="18859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Subtitle or Tagline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38601" y="502443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3D5AFE"/>
          </a:solidFill>
          <a:ln/>
        </p:spPr>
      </p:sp>
      <p:sp>
        <p:nvSpPr>
          <p:cNvPr id="10" name="Text 8"/>
          <p:cNvSpPr/>
          <p:nvPr/>
        </p:nvSpPr>
        <p:spPr>
          <a:xfrm>
            <a:off x="5438626" y="4986338"/>
            <a:ext cx="39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19813" y="502443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6319838" y="4986338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381000"/>
            <a:ext cx="7620000" cy="7620000"/>
          </a:xfrm>
          <a:custGeom>
            <a:avLst/>
            <a:gdLst/>
            <a:ahLst/>
            <a:cxnLst/>
            <a:rect l="l" t="t" r="r" b="b"/>
            <a:pathLst>
              <a:path w="7620000" h="7620000">
                <a:moveTo>
                  <a:pt x="3810000" y="0"/>
                </a:moveTo>
                <a:lnTo>
                  <a:pt x="3810000" y="0"/>
                </a:lnTo>
                <a:cubicBezTo>
                  <a:pt x="5912796" y="0"/>
                  <a:pt x="7620000" y="1707204"/>
                  <a:pt x="7620000" y="3810000"/>
                </a:cubicBezTo>
                <a:lnTo>
                  <a:pt x="7620000" y="3810000"/>
                </a:lnTo>
                <a:cubicBezTo>
                  <a:pt x="7620000" y="5912796"/>
                  <a:pt x="5912796" y="7620000"/>
                  <a:pt x="3810000" y="7620000"/>
                </a:cubicBezTo>
                <a:lnTo>
                  <a:pt x="3810000" y="7620000"/>
                </a:lnTo>
                <a:cubicBezTo>
                  <a:pt x="1707204" y="7620000"/>
                  <a:pt x="0" y="5912796"/>
                  <a:pt x="0" y="3810000"/>
                </a:cubicBezTo>
                <a:lnTo>
                  <a:pt x="0" y="3810000"/>
                </a:lnTo>
                <a:cubicBezTo>
                  <a:pt x="0" y="1707204"/>
                  <a:pt x="1707204" y="0"/>
                  <a:pt x="3810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6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385763" y="385763"/>
            <a:ext cx="981075" cy="314325"/>
          </a:xfrm>
          <a:custGeom>
            <a:avLst/>
            <a:gdLst/>
            <a:ahLst/>
            <a:cxnLst/>
            <a:rect l="l" t="t" r="r" b="b"/>
            <a:pathLst>
              <a:path w="981075" h="314325">
                <a:moveTo>
                  <a:pt x="157163" y="0"/>
                </a:moveTo>
                <a:lnTo>
                  <a:pt x="823913" y="0"/>
                </a:lnTo>
                <a:cubicBezTo>
                  <a:pt x="910653" y="0"/>
                  <a:pt x="981075" y="70422"/>
                  <a:pt x="981075" y="157163"/>
                </a:cubicBezTo>
                <a:lnTo>
                  <a:pt x="981075" y="157163"/>
                </a:lnTo>
                <a:cubicBezTo>
                  <a:pt x="981075" y="243903"/>
                  <a:pt x="910653" y="314325"/>
                  <a:pt x="823913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3D5AFE">
              <a:alpha val="10196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2925" y="495300"/>
            <a:ext cx="7243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90" kern="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5725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4668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100000">
                <a:srgbClr val="00E5FF"/>
              </a:gs>
            </a:gsLst>
            <a:lin ang="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385763" y="1890713"/>
            <a:ext cx="5591175" cy="1371600"/>
          </a:xfrm>
          <a:custGeom>
            <a:avLst/>
            <a:gdLst/>
            <a:ahLst/>
            <a:cxnLst/>
            <a:rect l="l" t="t" r="r" b="b"/>
            <a:pathLst>
              <a:path w="5591175" h="1371600">
                <a:moveTo>
                  <a:pt x="152398" y="0"/>
                </a:moveTo>
                <a:lnTo>
                  <a:pt x="5438777" y="0"/>
                </a:lnTo>
                <a:cubicBezTo>
                  <a:pt x="5522944" y="0"/>
                  <a:pt x="5591175" y="68231"/>
                  <a:pt x="5591175" y="152398"/>
                </a:cubicBezTo>
                <a:lnTo>
                  <a:pt x="5591175" y="1219202"/>
                </a:lnTo>
                <a:cubicBezTo>
                  <a:pt x="5591175" y="1303369"/>
                  <a:pt x="5522944" y="1371600"/>
                  <a:pt x="5438777" y="1371600"/>
                </a:cubicBezTo>
                <a:lnTo>
                  <a:pt x="152398" y="1371600"/>
                </a:lnTo>
                <a:cubicBezTo>
                  <a:pt x="68231" y="1371600"/>
                  <a:pt x="0" y="1303369"/>
                  <a:pt x="0" y="12192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125" y="22700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100000">
                <a:srgbClr val="00E5FF"/>
              </a:gs>
            </a:gsLst>
            <a:lin ang="2700000" scaled="1"/>
          </a:gradFill>
          <a:ln/>
        </p:spPr>
      </p:sp>
      <p:sp>
        <p:nvSpPr>
          <p:cNvPr id="9" name="Text 7"/>
          <p:cNvSpPr/>
          <p:nvPr/>
        </p:nvSpPr>
        <p:spPr>
          <a:xfrm>
            <a:off x="561975" y="2270075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9225" y="2327225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9225" y="2632025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Setting the context and overview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5063" y="1890713"/>
            <a:ext cx="5591175" cy="1371600"/>
          </a:xfrm>
          <a:custGeom>
            <a:avLst/>
            <a:gdLst/>
            <a:ahLst/>
            <a:cxnLst/>
            <a:rect l="l" t="t" r="r" b="b"/>
            <a:pathLst>
              <a:path w="5591175" h="1371600">
                <a:moveTo>
                  <a:pt x="152398" y="0"/>
                </a:moveTo>
                <a:lnTo>
                  <a:pt x="5438777" y="0"/>
                </a:lnTo>
                <a:cubicBezTo>
                  <a:pt x="5522944" y="0"/>
                  <a:pt x="5591175" y="68231"/>
                  <a:pt x="5591175" y="152398"/>
                </a:cubicBezTo>
                <a:lnTo>
                  <a:pt x="5591175" y="1219202"/>
                </a:lnTo>
                <a:cubicBezTo>
                  <a:pt x="5591175" y="1303369"/>
                  <a:pt x="5522944" y="1371600"/>
                  <a:pt x="5438777" y="1371600"/>
                </a:cubicBezTo>
                <a:lnTo>
                  <a:pt x="152398" y="1371600"/>
                </a:lnTo>
                <a:cubicBezTo>
                  <a:pt x="68231" y="1371600"/>
                  <a:pt x="0" y="1303369"/>
                  <a:pt x="0" y="12192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8425" y="22700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E5FF"/>
              </a:gs>
              <a:gs pos="100000">
                <a:srgbClr val="3D5AFE"/>
              </a:gs>
            </a:gsLst>
            <a:lin ang="2700000" scaled="1"/>
          </a:gradFill>
          <a:ln/>
        </p:spPr>
      </p:sp>
      <p:sp>
        <p:nvSpPr>
          <p:cNvPr id="14" name="Text 12"/>
          <p:cNvSpPr/>
          <p:nvPr/>
        </p:nvSpPr>
        <p:spPr>
          <a:xfrm>
            <a:off x="6391275" y="2270075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48525" y="2327225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48525" y="2632025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findings and analysis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763" y="3497163"/>
            <a:ext cx="5591175" cy="1371600"/>
          </a:xfrm>
          <a:custGeom>
            <a:avLst/>
            <a:gdLst/>
            <a:ahLst/>
            <a:cxnLst/>
            <a:rect l="l" t="t" r="r" b="b"/>
            <a:pathLst>
              <a:path w="5591175" h="1371600">
                <a:moveTo>
                  <a:pt x="152398" y="0"/>
                </a:moveTo>
                <a:lnTo>
                  <a:pt x="5438777" y="0"/>
                </a:lnTo>
                <a:cubicBezTo>
                  <a:pt x="5522944" y="0"/>
                  <a:pt x="5591175" y="68231"/>
                  <a:pt x="5591175" y="152398"/>
                </a:cubicBezTo>
                <a:lnTo>
                  <a:pt x="5591175" y="1219202"/>
                </a:lnTo>
                <a:cubicBezTo>
                  <a:pt x="5591175" y="1303369"/>
                  <a:pt x="5522944" y="1371600"/>
                  <a:pt x="5438777" y="1371600"/>
                </a:cubicBezTo>
                <a:lnTo>
                  <a:pt x="152398" y="1371600"/>
                </a:lnTo>
                <a:cubicBezTo>
                  <a:pt x="68231" y="1371600"/>
                  <a:pt x="0" y="1303369"/>
                  <a:pt x="0" y="12192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125" y="387652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3D71"/>
              </a:gs>
              <a:gs pos="100000">
                <a:srgbClr val="3D5AFE"/>
              </a:gs>
            </a:gsLst>
            <a:lin ang="2700000" scaled="1"/>
          </a:gradFill>
          <a:ln/>
        </p:spPr>
      </p:sp>
      <p:sp>
        <p:nvSpPr>
          <p:cNvPr id="19" name="Text 17"/>
          <p:cNvSpPr/>
          <p:nvPr/>
        </p:nvSpPr>
        <p:spPr>
          <a:xfrm>
            <a:off x="561975" y="3876526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9225" y="3933676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Analysis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9225" y="4238476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framework and approach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5063" y="3497163"/>
            <a:ext cx="5591175" cy="1371600"/>
          </a:xfrm>
          <a:custGeom>
            <a:avLst/>
            <a:gdLst/>
            <a:ahLst/>
            <a:cxnLst/>
            <a:rect l="l" t="t" r="r" b="b"/>
            <a:pathLst>
              <a:path w="5591175" h="1371600">
                <a:moveTo>
                  <a:pt x="152398" y="0"/>
                </a:moveTo>
                <a:lnTo>
                  <a:pt x="5438777" y="0"/>
                </a:lnTo>
                <a:cubicBezTo>
                  <a:pt x="5522944" y="0"/>
                  <a:pt x="5591175" y="68231"/>
                  <a:pt x="5591175" y="152398"/>
                </a:cubicBezTo>
                <a:lnTo>
                  <a:pt x="5591175" y="1219202"/>
                </a:lnTo>
                <a:cubicBezTo>
                  <a:pt x="5591175" y="1303369"/>
                  <a:pt x="5522944" y="1371600"/>
                  <a:pt x="5438777" y="1371600"/>
                </a:cubicBezTo>
                <a:lnTo>
                  <a:pt x="152398" y="1371600"/>
                </a:lnTo>
                <a:cubicBezTo>
                  <a:pt x="68231" y="1371600"/>
                  <a:pt x="0" y="1303369"/>
                  <a:pt x="0" y="12192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8425" y="387652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100000">
                <a:srgbClr val="FF3D71"/>
              </a:gs>
            </a:gsLst>
            <a:lin ang="2700000" scaled="1"/>
          </a:gradFill>
          <a:ln/>
        </p:spPr>
      </p:sp>
      <p:sp>
        <p:nvSpPr>
          <p:cNvPr id="24" name="Text 22"/>
          <p:cNvSpPr/>
          <p:nvPr/>
        </p:nvSpPr>
        <p:spPr>
          <a:xfrm>
            <a:off x="6391275" y="3876526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48525" y="3933676"/>
            <a:ext cx="215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48525" y="4238476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plan and execution roadmap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5763" y="5103763"/>
            <a:ext cx="11420475" cy="1371600"/>
          </a:xfrm>
          <a:custGeom>
            <a:avLst/>
            <a:gdLst/>
            <a:ahLst/>
            <a:cxnLst/>
            <a:rect l="l" t="t" r="r" b="b"/>
            <a:pathLst>
              <a:path w="11420475" h="1371600">
                <a:moveTo>
                  <a:pt x="152398" y="0"/>
                </a:moveTo>
                <a:lnTo>
                  <a:pt x="11268077" y="0"/>
                </a:lnTo>
                <a:cubicBezTo>
                  <a:pt x="11352244" y="0"/>
                  <a:pt x="11420475" y="68231"/>
                  <a:pt x="11420475" y="152398"/>
                </a:cubicBezTo>
                <a:lnTo>
                  <a:pt x="11420475" y="1219202"/>
                </a:lnTo>
                <a:cubicBezTo>
                  <a:pt x="11420475" y="1303369"/>
                  <a:pt x="11352244" y="1371600"/>
                  <a:pt x="11268077" y="1371600"/>
                </a:cubicBezTo>
                <a:lnTo>
                  <a:pt x="152398" y="1371600"/>
                </a:lnTo>
                <a:cubicBezTo>
                  <a:pt x="68231" y="1371600"/>
                  <a:pt x="0" y="1303369"/>
                  <a:pt x="0" y="12192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125" y="548312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E5FF"/>
              </a:gs>
              <a:gs pos="100000">
                <a:srgbClr val="FF3D71"/>
              </a:gs>
            </a:gsLst>
            <a:lin ang="2700000" scaled="1"/>
          </a:gradFill>
          <a:ln/>
        </p:spPr>
      </p:sp>
      <p:sp>
        <p:nvSpPr>
          <p:cNvPr id="29" name="Text 27"/>
          <p:cNvSpPr/>
          <p:nvPr/>
        </p:nvSpPr>
        <p:spPr>
          <a:xfrm>
            <a:off x="561975" y="5483126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19225" y="5540276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19225" y="5845076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and next steps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D5AFE">
                  <a:alpha val="3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858250" y="3524250"/>
            <a:ext cx="4762500" cy="4762500"/>
          </a:xfrm>
          <a:custGeom>
            <a:avLst/>
            <a:gdLst/>
            <a:ahLst/>
            <a:cxnLst/>
            <a:rect l="l" t="t" r="r" b="b"/>
            <a:pathLst>
              <a:path w="4762500" h="4762500">
                <a:moveTo>
                  <a:pt x="2381250" y="0"/>
                </a:moveTo>
                <a:lnTo>
                  <a:pt x="2381250" y="0"/>
                </a:lnTo>
                <a:cubicBezTo>
                  <a:pt x="3695498" y="0"/>
                  <a:pt x="4762500" y="1067002"/>
                  <a:pt x="4762500" y="2381250"/>
                </a:cubicBezTo>
                <a:lnTo>
                  <a:pt x="4762500" y="2381250"/>
                </a:lnTo>
                <a:cubicBezTo>
                  <a:pt x="4762500" y="3695498"/>
                  <a:pt x="3695498" y="4762500"/>
                  <a:pt x="2381250" y="4762500"/>
                </a:cubicBezTo>
                <a:lnTo>
                  <a:pt x="2381250" y="4762500"/>
                </a:lnTo>
                <a:cubicBezTo>
                  <a:pt x="1067002" y="4762500"/>
                  <a:pt x="0" y="3695498"/>
                  <a:pt x="0" y="2381250"/>
                </a:cubicBezTo>
                <a:lnTo>
                  <a:pt x="0" y="2381250"/>
                </a:lnTo>
                <a:cubicBezTo>
                  <a:pt x="0" y="1067002"/>
                  <a:pt x="1067002" y="0"/>
                  <a:pt x="2381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E5FF"/>
              </a:gs>
              <a:gs pos="7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4" name="Text 2"/>
          <p:cNvSpPr/>
          <p:nvPr/>
        </p:nvSpPr>
        <p:spPr>
          <a:xfrm>
            <a:off x="10469166" y="5181600"/>
            <a:ext cx="187642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3D5AFE">
                    <a:alpha val="1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2219325"/>
            <a:ext cx="1238250" cy="390525"/>
          </a:xfrm>
          <a:custGeom>
            <a:avLst/>
            <a:gdLst/>
            <a:ahLst/>
            <a:cxnLst/>
            <a:rect l="l" t="t" r="r" b="b"/>
            <a:pathLst>
              <a:path w="1238250" h="390525">
                <a:moveTo>
                  <a:pt x="195263" y="0"/>
                </a:moveTo>
                <a:lnTo>
                  <a:pt x="1042988" y="0"/>
                </a:lnTo>
                <a:cubicBezTo>
                  <a:pt x="1150756" y="0"/>
                  <a:pt x="1238250" y="87494"/>
                  <a:pt x="1238250" y="195263"/>
                </a:cubicBezTo>
                <a:lnTo>
                  <a:pt x="1238250" y="195263"/>
                </a:lnTo>
                <a:cubicBezTo>
                  <a:pt x="1238250" y="303031"/>
                  <a:pt x="1150756" y="390525"/>
                  <a:pt x="1042988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3D5AFE">
              <a:alpha val="10196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1025" y="2347913"/>
            <a:ext cx="9172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2843213"/>
            <a:ext cx="4038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3929063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19050" y="0"/>
                </a:moveTo>
                <a:lnTo>
                  <a:pt x="1504950" y="0"/>
                </a:lnTo>
                <a:cubicBezTo>
                  <a:pt x="1515464" y="0"/>
                  <a:pt x="1524000" y="8536"/>
                  <a:pt x="1524000" y="19050"/>
                </a:cubicBezTo>
                <a:lnTo>
                  <a:pt x="1524000" y="19050"/>
                </a:lnTo>
                <a:cubicBezTo>
                  <a:pt x="1524000" y="29564"/>
                  <a:pt x="1515464" y="38100"/>
                  <a:pt x="15049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50000">
                <a:srgbClr val="00E5FF"/>
              </a:gs>
              <a:gs pos="100000">
                <a:srgbClr val="FF3D71"/>
              </a:gs>
            </a:gsLst>
            <a:lin ang="0" scaled="1"/>
          </a:gradFill>
          <a:ln/>
          <a:effectLst>
            <a:outerShdw sx="100000" sy="100000" kx="0" ky="0" algn="bl" rotWithShape="0" blurRad="190500" dist="50800" dir="2700000">
              <a:srgbClr val="3d5afe">
                <a:alpha val="5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1000" y="4271963"/>
            <a:ext cx="381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Setting the context and overview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1524000"/>
            <a:ext cx="3810000" cy="3810000"/>
          </a:xfrm>
          <a:custGeom>
            <a:avLst/>
            <a:gdLst/>
            <a:ahLst/>
            <a:cxnLst/>
            <a:rect l="l" t="t" r="r" b="b"/>
            <a:pathLst>
              <a:path w="3810000" h="3810000">
                <a:moveTo>
                  <a:pt x="1905000" y="0"/>
                </a:moveTo>
                <a:lnTo>
                  <a:pt x="1905000" y="0"/>
                </a:lnTo>
                <a:cubicBezTo>
                  <a:pt x="2956398" y="0"/>
                  <a:pt x="3810000" y="853602"/>
                  <a:pt x="3810000" y="1905000"/>
                </a:cubicBezTo>
                <a:lnTo>
                  <a:pt x="3810000" y="1905000"/>
                </a:lnTo>
                <a:cubicBezTo>
                  <a:pt x="3810000" y="2956398"/>
                  <a:pt x="2956398" y="3810000"/>
                  <a:pt x="1905000" y="3810000"/>
                </a:cubicBezTo>
                <a:lnTo>
                  <a:pt x="1905000" y="3810000"/>
                </a:lnTo>
                <a:cubicBezTo>
                  <a:pt x="853602" y="3810000"/>
                  <a:pt x="0" y="2956398"/>
                  <a:pt x="0" y="1905000"/>
                </a:cubicBezTo>
                <a:lnTo>
                  <a:pt x="0" y="1905000"/>
                </a:lnTo>
                <a:cubicBezTo>
                  <a:pt x="0" y="853602"/>
                  <a:pt x="853602" y="0"/>
                  <a:pt x="1905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6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100000">
                <a:srgbClr val="00E5FF"/>
              </a:gs>
            </a:gsLst>
            <a:lin ang="27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507057" y="476250"/>
            <a:ext cx="20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47625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 Section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3716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64" y="0"/>
                  <a:pt x="762000" y="8536"/>
                  <a:pt x="762000" y="19050"/>
                </a:cubicBezTo>
                <a:lnTo>
                  <a:pt x="762000" y="19050"/>
                </a:lnTo>
                <a:cubicBezTo>
                  <a:pt x="762000" y="29564"/>
                  <a:pt x="753464" y="38100"/>
                  <a:pt x="7429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100000">
                <a:srgbClr val="00E5FF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385763" y="1719263"/>
            <a:ext cx="3648075" cy="3743325"/>
          </a:xfrm>
          <a:custGeom>
            <a:avLst/>
            <a:gdLst/>
            <a:ahLst/>
            <a:cxnLst/>
            <a:rect l="l" t="t" r="r" b="b"/>
            <a:pathLst>
              <a:path w="3648075" h="3743325">
                <a:moveTo>
                  <a:pt x="152417" y="0"/>
                </a:moveTo>
                <a:lnTo>
                  <a:pt x="3495658" y="0"/>
                </a:lnTo>
                <a:cubicBezTo>
                  <a:pt x="3579779" y="0"/>
                  <a:pt x="3648075" y="68296"/>
                  <a:pt x="3648075" y="152417"/>
                </a:cubicBezTo>
                <a:lnTo>
                  <a:pt x="3648075" y="3590908"/>
                </a:lnTo>
                <a:cubicBezTo>
                  <a:pt x="3648075" y="3675086"/>
                  <a:pt x="3579836" y="3743325"/>
                  <a:pt x="3495658" y="3743325"/>
                </a:cubicBezTo>
                <a:lnTo>
                  <a:pt x="152417" y="3743325"/>
                </a:lnTo>
                <a:cubicBezTo>
                  <a:pt x="68296" y="3743325"/>
                  <a:pt x="0" y="3675029"/>
                  <a:pt x="0" y="3590908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125" y="1952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76288" y="20859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3D5AFE"/>
          </a:solidFill>
          <a:ln/>
        </p:spPr>
      </p:sp>
      <p:sp>
        <p:nvSpPr>
          <p:cNvPr id="11" name="Text 9"/>
          <p:cNvSpPr/>
          <p:nvPr/>
        </p:nvSpPr>
        <p:spPr>
          <a:xfrm>
            <a:off x="619125" y="2562225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9125" y="2943225"/>
            <a:ext cx="3248025" cy="174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your content here. This section is designed for introductory highlights and key messages.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" y="4843463"/>
            <a:ext cx="3181350" cy="9525"/>
          </a:xfrm>
          <a:custGeom>
            <a:avLst/>
            <a:gdLst/>
            <a:ahLst/>
            <a:cxnLst/>
            <a:rect l="l" t="t" r="r" b="b"/>
            <a:pathLst>
              <a:path w="3181350" h="9525">
                <a:moveTo>
                  <a:pt x="0" y="0"/>
                </a:moveTo>
                <a:lnTo>
                  <a:pt x="3181350" y="0"/>
                </a:lnTo>
                <a:lnTo>
                  <a:pt x="3181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D5AFE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19125" y="5067300"/>
            <a:ext cx="6372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Placeholder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71963" y="1719263"/>
            <a:ext cx="3648075" cy="3743325"/>
          </a:xfrm>
          <a:custGeom>
            <a:avLst/>
            <a:gdLst/>
            <a:ahLst/>
            <a:cxnLst/>
            <a:rect l="l" t="t" r="r" b="b"/>
            <a:pathLst>
              <a:path w="3648075" h="3743325">
                <a:moveTo>
                  <a:pt x="152417" y="0"/>
                </a:moveTo>
                <a:lnTo>
                  <a:pt x="3495658" y="0"/>
                </a:lnTo>
                <a:cubicBezTo>
                  <a:pt x="3579779" y="0"/>
                  <a:pt x="3648075" y="68296"/>
                  <a:pt x="3648075" y="152417"/>
                </a:cubicBezTo>
                <a:lnTo>
                  <a:pt x="3648075" y="3590908"/>
                </a:lnTo>
                <a:cubicBezTo>
                  <a:pt x="3648075" y="3675086"/>
                  <a:pt x="3579836" y="3743325"/>
                  <a:pt x="3495658" y="3743325"/>
                </a:cubicBezTo>
                <a:lnTo>
                  <a:pt x="152417" y="3743325"/>
                </a:lnTo>
                <a:cubicBezTo>
                  <a:pt x="68296" y="3743325"/>
                  <a:pt x="0" y="3675029"/>
                  <a:pt x="0" y="3590908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05325" y="1952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638675" y="2085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05325" y="2562225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 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05325" y="2943225"/>
            <a:ext cx="3248025" cy="174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your content here. Use this space for supporting information and context.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05325" y="4843463"/>
            <a:ext cx="3181350" cy="9525"/>
          </a:xfrm>
          <a:custGeom>
            <a:avLst/>
            <a:gdLst/>
            <a:ahLst/>
            <a:cxnLst/>
            <a:rect l="l" t="t" r="r" b="b"/>
            <a:pathLst>
              <a:path w="3181350" h="9525">
                <a:moveTo>
                  <a:pt x="0" y="0"/>
                </a:moveTo>
                <a:lnTo>
                  <a:pt x="3181350" y="0"/>
                </a:lnTo>
                <a:lnTo>
                  <a:pt x="3181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E5FF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05325" y="5067300"/>
            <a:ext cx="6372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Placeholder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58163" y="1719263"/>
            <a:ext cx="3648075" cy="3743325"/>
          </a:xfrm>
          <a:custGeom>
            <a:avLst/>
            <a:gdLst/>
            <a:ahLst/>
            <a:cxnLst/>
            <a:rect l="l" t="t" r="r" b="b"/>
            <a:pathLst>
              <a:path w="3648075" h="3743325">
                <a:moveTo>
                  <a:pt x="152417" y="0"/>
                </a:moveTo>
                <a:lnTo>
                  <a:pt x="3495658" y="0"/>
                </a:lnTo>
                <a:cubicBezTo>
                  <a:pt x="3579779" y="0"/>
                  <a:pt x="3648075" y="68296"/>
                  <a:pt x="3648075" y="152417"/>
                </a:cubicBezTo>
                <a:lnTo>
                  <a:pt x="3648075" y="3590908"/>
                </a:lnTo>
                <a:cubicBezTo>
                  <a:pt x="3648075" y="3675086"/>
                  <a:pt x="3579836" y="3743325"/>
                  <a:pt x="3495658" y="3743325"/>
                </a:cubicBezTo>
                <a:lnTo>
                  <a:pt x="152417" y="3743325"/>
                </a:lnTo>
                <a:cubicBezTo>
                  <a:pt x="68296" y="3743325"/>
                  <a:pt x="0" y="3675029"/>
                  <a:pt x="0" y="3590908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91525" y="1952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3D71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524875" y="2085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FF3D71"/>
          </a:solidFill>
          <a:ln/>
        </p:spPr>
      </p:sp>
      <p:sp>
        <p:nvSpPr>
          <p:cNvPr id="25" name="Text 23"/>
          <p:cNvSpPr/>
          <p:nvPr/>
        </p:nvSpPr>
        <p:spPr>
          <a:xfrm>
            <a:off x="8391525" y="2562225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 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91525" y="2943225"/>
            <a:ext cx="3248025" cy="174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your content here. Highlight important objectives or goals in this section.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91525" y="4843463"/>
            <a:ext cx="3181350" cy="9525"/>
          </a:xfrm>
          <a:custGeom>
            <a:avLst/>
            <a:gdLst/>
            <a:ahLst/>
            <a:cxnLst/>
            <a:rect l="l" t="t" r="r" b="b"/>
            <a:pathLst>
              <a:path w="3181350" h="9525">
                <a:moveTo>
                  <a:pt x="0" y="0"/>
                </a:moveTo>
                <a:lnTo>
                  <a:pt x="3181350" y="0"/>
                </a:lnTo>
                <a:lnTo>
                  <a:pt x="3181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3D71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391525" y="5067300"/>
            <a:ext cx="6372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3D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Placeholder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5763" y="5700713"/>
            <a:ext cx="11420475" cy="771525"/>
          </a:xfrm>
          <a:custGeom>
            <a:avLst/>
            <a:gdLst/>
            <a:ahLst/>
            <a:cxnLst/>
            <a:rect l="l" t="t" r="r" b="b"/>
            <a:pathLst>
              <a:path w="11420475" h="771525">
                <a:moveTo>
                  <a:pt x="152399" y="0"/>
                </a:moveTo>
                <a:lnTo>
                  <a:pt x="11268076" y="0"/>
                </a:lnTo>
                <a:cubicBezTo>
                  <a:pt x="11352243" y="0"/>
                  <a:pt x="11420475" y="68232"/>
                  <a:pt x="11420475" y="152399"/>
                </a:cubicBezTo>
                <a:lnTo>
                  <a:pt x="11420475" y="619126"/>
                </a:lnTo>
                <a:cubicBezTo>
                  <a:pt x="11420475" y="703293"/>
                  <a:pt x="11352243" y="771525"/>
                  <a:pt x="11268076" y="771525"/>
                </a:cubicBezTo>
                <a:lnTo>
                  <a:pt x="152399" y="771525"/>
                </a:lnTo>
                <a:cubicBezTo>
                  <a:pt x="68288" y="771525"/>
                  <a:pt x="0" y="703237"/>
                  <a:pt x="0" y="6191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1025" y="58959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95325" y="6010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3D5AFE"/>
          </a:solidFill>
          <a:ln/>
        </p:spPr>
      </p:sp>
      <p:sp>
        <p:nvSpPr>
          <p:cNvPr id="32" name="Text 30"/>
          <p:cNvSpPr/>
          <p:nvPr/>
        </p:nvSpPr>
        <p:spPr>
          <a:xfrm>
            <a:off x="1114425" y="5991225"/>
            <a:ext cx="532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is a template slide. Replace the placeholder content with your actual information.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E5FF">
                  <a:alpha val="3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858250" y="-1428750"/>
            <a:ext cx="4762500" cy="4762500"/>
          </a:xfrm>
          <a:custGeom>
            <a:avLst/>
            <a:gdLst/>
            <a:ahLst/>
            <a:cxnLst/>
            <a:rect l="l" t="t" r="r" b="b"/>
            <a:pathLst>
              <a:path w="4762500" h="4762500">
                <a:moveTo>
                  <a:pt x="2381250" y="0"/>
                </a:moveTo>
                <a:lnTo>
                  <a:pt x="2381250" y="0"/>
                </a:lnTo>
                <a:cubicBezTo>
                  <a:pt x="3695498" y="0"/>
                  <a:pt x="4762500" y="1067002"/>
                  <a:pt x="4762500" y="2381250"/>
                </a:cubicBezTo>
                <a:lnTo>
                  <a:pt x="4762500" y="2381250"/>
                </a:lnTo>
                <a:cubicBezTo>
                  <a:pt x="4762500" y="3695498"/>
                  <a:pt x="3695498" y="4762500"/>
                  <a:pt x="2381250" y="4762500"/>
                </a:cubicBezTo>
                <a:lnTo>
                  <a:pt x="2381250" y="4762500"/>
                </a:lnTo>
                <a:cubicBezTo>
                  <a:pt x="1067002" y="4762500"/>
                  <a:pt x="0" y="3695498"/>
                  <a:pt x="0" y="2381250"/>
                </a:cubicBezTo>
                <a:lnTo>
                  <a:pt x="0" y="2381250"/>
                </a:lnTo>
                <a:cubicBezTo>
                  <a:pt x="0" y="1067002"/>
                  <a:pt x="1067002" y="0"/>
                  <a:pt x="2381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7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4" name="Text 2"/>
          <p:cNvSpPr/>
          <p:nvPr/>
        </p:nvSpPr>
        <p:spPr>
          <a:xfrm>
            <a:off x="10248454" y="5181600"/>
            <a:ext cx="2095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00E5FF">
                    <a:alpha val="1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2219325"/>
            <a:ext cx="1266825" cy="390525"/>
          </a:xfrm>
          <a:custGeom>
            <a:avLst/>
            <a:gdLst/>
            <a:ahLst/>
            <a:cxnLst/>
            <a:rect l="l" t="t" r="r" b="b"/>
            <a:pathLst>
              <a:path w="1266825" h="390525">
                <a:moveTo>
                  <a:pt x="195263" y="0"/>
                </a:moveTo>
                <a:lnTo>
                  <a:pt x="1071563" y="0"/>
                </a:lnTo>
                <a:cubicBezTo>
                  <a:pt x="1179331" y="0"/>
                  <a:pt x="1266825" y="87494"/>
                  <a:pt x="1266825" y="195263"/>
                </a:cubicBezTo>
                <a:lnTo>
                  <a:pt x="1266825" y="195263"/>
                </a:lnTo>
                <a:cubicBezTo>
                  <a:pt x="1266825" y="303031"/>
                  <a:pt x="1179331" y="390525"/>
                  <a:pt x="107156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1025" y="2347913"/>
            <a:ext cx="9428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2843213"/>
            <a:ext cx="40195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3929063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19050" y="0"/>
                </a:moveTo>
                <a:lnTo>
                  <a:pt x="1504950" y="0"/>
                </a:lnTo>
                <a:cubicBezTo>
                  <a:pt x="1515464" y="0"/>
                  <a:pt x="1524000" y="8536"/>
                  <a:pt x="1524000" y="19050"/>
                </a:cubicBezTo>
                <a:lnTo>
                  <a:pt x="1524000" y="19050"/>
                </a:lnTo>
                <a:cubicBezTo>
                  <a:pt x="1524000" y="29564"/>
                  <a:pt x="1515464" y="38100"/>
                  <a:pt x="15049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E5FF"/>
              </a:gs>
              <a:gs pos="50000">
                <a:srgbClr val="3D5AFE"/>
              </a:gs>
              <a:gs pos="100000">
                <a:srgbClr val="FF3D71"/>
              </a:gs>
            </a:gsLst>
            <a:lin ang="0" scaled="1"/>
          </a:gradFill>
          <a:ln/>
          <a:effectLst>
            <a:outerShdw sx="100000" sy="100000" kx="0" ky="0" algn="bl" rotWithShape="0" blurRad="190500" dist="50800" dir="2700000">
              <a:srgbClr val="3d5afe">
                <a:alpha val="5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1000" y="4271963"/>
            <a:ext cx="37909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findings and analysis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4191000"/>
            <a:ext cx="3810000" cy="3810000"/>
          </a:xfrm>
          <a:custGeom>
            <a:avLst/>
            <a:gdLst/>
            <a:ahLst/>
            <a:cxnLst/>
            <a:rect l="l" t="t" r="r" b="b"/>
            <a:pathLst>
              <a:path w="3810000" h="3810000">
                <a:moveTo>
                  <a:pt x="1905000" y="0"/>
                </a:moveTo>
                <a:lnTo>
                  <a:pt x="1905000" y="0"/>
                </a:lnTo>
                <a:cubicBezTo>
                  <a:pt x="2956398" y="0"/>
                  <a:pt x="3810000" y="853602"/>
                  <a:pt x="3810000" y="1905000"/>
                </a:cubicBezTo>
                <a:lnTo>
                  <a:pt x="3810000" y="1905000"/>
                </a:lnTo>
                <a:cubicBezTo>
                  <a:pt x="3810000" y="2956398"/>
                  <a:pt x="2956398" y="3810000"/>
                  <a:pt x="1905000" y="3810000"/>
                </a:cubicBezTo>
                <a:lnTo>
                  <a:pt x="1905000" y="3810000"/>
                </a:lnTo>
                <a:cubicBezTo>
                  <a:pt x="853602" y="3810000"/>
                  <a:pt x="0" y="2956398"/>
                  <a:pt x="0" y="1905000"/>
                </a:cubicBezTo>
                <a:lnTo>
                  <a:pt x="0" y="1905000"/>
                </a:lnTo>
                <a:cubicBezTo>
                  <a:pt x="0" y="853602"/>
                  <a:pt x="853602" y="0"/>
                  <a:pt x="1905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E5FF"/>
              </a:gs>
              <a:gs pos="6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E5FF"/>
              </a:gs>
              <a:gs pos="100000">
                <a:srgbClr val="3D5AFE"/>
              </a:gs>
            </a:gsLst>
            <a:lin ang="27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494258" y="476250"/>
            <a:ext cx="21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47625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3716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64" y="0"/>
                  <a:pt x="762000" y="8536"/>
                  <a:pt x="762000" y="19050"/>
                </a:cubicBezTo>
                <a:lnTo>
                  <a:pt x="762000" y="19050"/>
                </a:lnTo>
                <a:cubicBezTo>
                  <a:pt x="762000" y="29564"/>
                  <a:pt x="753464" y="38100"/>
                  <a:pt x="7429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E5FF"/>
              </a:gs>
              <a:gs pos="100000">
                <a:srgbClr val="3D5AFE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385763" y="1643063"/>
            <a:ext cx="5591175" cy="4829175"/>
          </a:xfrm>
          <a:custGeom>
            <a:avLst/>
            <a:gdLst/>
            <a:ahLst/>
            <a:cxnLst/>
            <a:rect l="l" t="t" r="r" b="b"/>
            <a:pathLst>
              <a:path w="5591175" h="4829175">
                <a:moveTo>
                  <a:pt x="152409" y="0"/>
                </a:moveTo>
                <a:lnTo>
                  <a:pt x="5438766" y="0"/>
                </a:lnTo>
                <a:cubicBezTo>
                  <a:pt x="5522939" y="0"/>
                  <a:pt x="5591175" y="68236"/>
                  <a:pt x="5591175" y="152409"/>
                </a:cubicBezTo>
                <a:lnTo>
                  <a:pt x="5591175" y="4676766"/>
                </a:lnTo>
                <a:cubicBezTo>
                  <a:pt x="5591175" y="4760939"/>
                  <a:pt x="5522939" y="4829175"/>
                  <a:pt x="5438766" y="4829175"/>
                </a:cubicBezTo>
                <a:lnTo>
                  <a:pt x="152409" y="4829175"/>
                </a:lnTo>
                <a:cubicBezTo>
                  <a:pt x="68236" y="4829175"/>
                  <a:pt x="0" y="4760939"/>
                  <a:pt x="0" y="4676766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938" y="1914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3D5AFE"/>
          </a:solidFill>
          <a:ln/>
        </p:spPr>
      </p:sp>
      <p:sp>
        <p:nvSpPr>
          <p:cNvPr id="10" name="Text 8"/>
          <p:cNvSpPr/>
          <p:nvPr/>
        </p:nvSpPr>
        <p:spPr>
          <a:xfrm>
            <a:off x="857250" y="1876425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Chart Placeholder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8650" y="2305050"/>
            <a:ext cx="5105400" cy="3581400"/>
          </a:xfrm>
          <a:custGeom>
            <a:avLst/>
            <a:gdLst/>
            <a:ahLst/>
            <a:cxnLst/>
            <a:rect l="l" t="t" r="r" b="b"/>
            <a:pathLst>
              <a:path w="5105400" h="3581400">
                <a:moveTo>
                  <a:pt x="114282" y="0"/>
                </a:moveTo>
                <a:lnTo>
                  <a:pt x="4991118" y="0"/>
                </a:lnTo>
                <a:cubicBezTo>
                  <a:pt x="5054234" y="0"/>
                  <a:pt x="5105400" y="51166"/>
                  <a:pt x="5105400" y="114282"/>
                </a:cubicBezTo>
                <a:lnTo>
                  <a:pt x="5105400" y="3467118"/>
                </a:lnTo>
                <a:cubicBezTo>
                  <a:pt x="5105400" y="3530234"/>
                  <a:pt x="5054234" y="3581400"/>
                  <a:pt x="4991118" y="3581400"/>
                </a:cubicBezTo>
                <a:lnTo>
                  <a:pt x="114282" y="3581400"/>
                </a:lnTo>
                <a:cubicBezTo>
                  <a:pt x="51166" y="3581400"/>
                  <a:pt x="0" y="3530234"/>
                  <a:pt x="0" y="3467118"/>
                </a:cubicBezTo>
                <a:lnTo>
                  <a:pt x="0" y="114282"/>
                </a:lnTo>
                <a:cubicBezTo>
                  <a:pt x="0" y="51208"/>
                  <a:pt x="51208" y="0"/>
                  <a:pt x="114282" y="0"/>
                </a:cubicBezTo>
                <a:close/>
              </a:path>
            </a:pathLst>
          </a:custGeom>
          <a:solidFill>
            <a:srgbClr val="3D5AFE">
              <a:alpha val="5098"/>
            </a:srgbClr>
          </a:solidFill>
          <a:ln w="25400">
            <a:solidFill>
              <a:srgbClr val="3D5AFE">
                <a:alpha val="30196"/>
              </a:srgbClr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895451" y="36576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35719" y="35719"/>
                </a:moveTo>
                <a:cubicBezTo>
                  <a:pt x="55476" y="35719"/>
                  <a:pt x="71438" y="51681"/>
                  <a:pt x="71438" y="71438"/>
                </a:cubicBezTo>
                <a:lnTo>
                  <a:pt x="71438" y="446484"/>
                </a:lnTo>
                <a:cubicBezTo>
                  <a:pt x="71438" y="456307"/>
                  <a:pt x="79474" y="464344"/>
                  <a:pt x="89297" y="464344"/>
                </a:cubicBezTo>
                <a:lnTo>
                  <a:pt x="535781" y="464344"/>
                </a:lnTo>
                <a:cubicBezTo>
                  <a:pt x="555538" y="464344"/>
                  <a:pt x="571500" y="480306"/>
                  <a:pt x="571500" y="500063"/>
                </a:cubicBezTo>
                <a:cubicBezTo>
                  <a:pt x="571500" y="519819"/>
                  <a:pt x="555538" y="535781"/>
                  <a:pt x="535781" y="535781"/>
                </a:cubicBezTo>
                <a:lnTo>
                  <a:pt x="89297" y="535781"/>
                </a:lnTo>
                <a:cubicBezTo>
                  <a:pt x="39960" y="535781"/>
                  <a:pt x="0" y="495821"/>
                  <a:pt x="0" y="446484"/>
                </a:cubicBezTo>
                <a:lnTo>
                  <a:pt x="0" y="71438"/>
                </a:lnTo>
                <a:cubicBezTo>
                  <a:pt x="0" y="51681"/>
                  <a:pt x="15962" y="35719"/>
                  <a:pt x="35719" y="35719"/>
                </a:cubicBezTo>
                <a:close/>
                <a:moveTo>
                  <a:pt x="267891" y="107156"/>
                </a:moveTo>
                <a:cubicBezTo>
                  <a:pt x="275369" y="107156"/>
                  <a:pt x="282513" y="110282"/>
                  <a:pt x="287648" y="115863"/>
                </a:cubicBezTo>
                <a:lnTo>
                  <a:pt x="367010" y="202369"/>
                </a:lnTo>
                <a:lnTo>
                  <a:pt x="418579" y="150688"/>
                </a:lnTo>
                <a:cubicBezTo>
                  <a:pt x="429071" y="140196"/>
                  <a:pt x="446038" y="140196"/>
                  <a:pt x="456419" y="150688"/>
                </a:cubicBezTo>
                <a:lnTo>
                  <a:pt x="527856" y="222126"/>
                </a:lnTo>
                <a:cubicBezTo>
                  <a:pt x="532879" y="227149"/>
                  <a:pt x="535670" y="233958"/>
                  <a:pt x="535670" y="241102"/>
                </a:cubicBezTo>
                <a:lnTo>
                  <a:pt x="535670" y="366117"/>
                </a:lnTo>
                <a:cubicBezTo>
                  <a:pt x="535670" y="380963"/>
                  <a:pt x="523726" y="392906"/>
                  <a:pt x="508881" y="392906"/>
                </a:cubicBezTo>
                <a:lnTo>
                  <a:pt x="169552" y="392906"/>
                </a:lnTo>
                <a:cubicBezTo>
                  <a:pt x="154707" y="392906"/>
                  <a:pt x="142763" y="380963"/>
                  <a:pt x="142763" y="366117"/>
                </a:cubicBezTo>
                <a:lnTo>
                  <a:pt x="142763" y="241102"/>
                </a:lnTo>
                <a:cubicBezTo>
                  <a:pt x="142763" y="234404"/>
                  <a:pt x="145331" y="227930"/>
                  <a:pt x="149796" y="223019"/>
                </a:cubicBezTo>
                <a:lnTo>
                  <a:pt x="248022" y="115863"/>
                </a:lnTo>
                <a:cubicBezTo>
                  <a:pt x="253045" y="110282"/>
                  <a:pt x="260300" y="107156"/>
                  <a:pt x="267779" y="107156"/>
                </a:cubicBezTo>
                <a:close/>
              </a:path>
            </a:pathLst>
          </a:custGeom>
          <a:solidFill>
            <a:srgbClr val="3D5AFE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527102" y="4343400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chart here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9125" y="6048375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chart description and key takeaways here.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5063" y="1643063"/>
            <a:ext cx="5591175" cy="3505200"/>
          </a:xfrm>
          <a:custGeom>
            <a:avLst/>
            <a:gdLst/>
            <a:ahLst/>
            <a:cxnLst/>
            <a:rect l="l" t="t" r="r" b="b"/>
            <a:pathLst>
              <a:path w="5591175" h="3505200">
                <a:moveTo>
                  <a:pt x="152406" y="0"/>
                </a:moveTo>
                <a:lnTo>
                  <a:pt x="5438769" y="0"/>
                </a:lnTo>
                <a:cubicBezTo>
                  <a:pt x="5522940" y="0"/>
                  <a:pt x="5591175" y="68235"/>
                  <a:pt x="5591175" y="152406"/>
                </a:cubicBezTo>
                <a:lnTo>
                  <a:pt x="5591175" y="3352794"/>
                </a:lnTo>
                <a:cubicBezTo>
                  <a:pt x="5591175" y="3436965"/>
                  <a:pt x="5522940" y="3505200"/>
                  <a:pt x="5438769" y="3505200"/>
                </a:cubicBezTo>
                <a:lnTo>
                  <a:pt x="152406" y="3505200"/>
                </a:lnTo>
                <a:cubicBezTo>
                  <a:pt x="68235" y="3505200"/>
                  <a:pt x="0" y="3436965"/>
                  <a:pt x="0" y="33527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4853" y="18859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838325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10325" y="2219325"/>
            <a:ext cx="5200650" cy="495300"/>
          </a:xfrm>
          <a:custGeom>
            <a:avLst/>
            <a:gdLst/>
            <a:ahLst/>
            <a:cxnLst/>
            <a:rect l="l" t="t" r="r" b="b"/>
            <a:pathLst>
              <a:path w="5200650" h="4953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419098"/>
                </a:lnTo>
                <a:cubicBezTo>
                  <a:pt x="5200650" y="461183"/>
                  <a:pt x="5166533" y="495300"/>
                  <a:pt x="51244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3D5AFE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524625" y="2371725"/>
            <a:ext cx="504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 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344573" y="2333625"/>
            <a:ext cx="24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10325" y="2828925"/>
            <a:ext cx="5200650" cy="495300"/>
          </a:xfrm>
          <a:custGeom>
            <a:avLst/>
            <a:gdLst/>
            <a:ahLst/>
            <a:cxnLst/>
            <a:rect l="l" t="t" r="r" b="b"/>
            <a:pathLst>
              <a:path w="5200650" h="4953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419098"/>
                </a:lnTo>
                <a:cubicBezTo>
                  <a:pt x="5200650" y="461183"/>
                  <a:pt x="5166533" y="495300"/>
                  <a:pt x="51244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524625" y="2981325"/>
            <a:ext cx="53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 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344573" y="2943225"/>
            <a:ext cx="24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10325" y="3438525"/>
            <a:ext cx="5200650" cy="495300"/>
          </a:xfrm>
          <a:custGeom>
            <a:avLst/>
            <a:gdLst/>
            <a:ahLst/>
            <a:cxnLst/>
            <a:rect l="l" t="t" r="r" b="b"/>
            <a:pathLst>
              <a:path w="5200650" h="4953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419098"/>
                </a:lnTo>
                <a:cubicBezTo>
                  <a:pt x="5200650" y="461183"/>
                  <a:pt x="5166533" y="495300"/>
                  <a:pt x="51244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3D71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524625" y="3590925"/>
            <a:ext cx="54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 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344573" y="3552825"/>
            <a:ext cx="24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3D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5063" y="5305425"/>
            <a:ext cx="5591175" cy="1171575"/>
          </a:xfrm>
          <a:custGeom>
            <a:avLst/>
            <a:gdLst/>
            <a:ahLst/>
            <a:cxnLst/>
            <a:rect l="l" t="t" r="r" b="b"/>
            <a:pathLst>
              <a:path w="5591175" h="1171575">
                <a:moveTo>
                  <a:pt x="152398" y="0"/>
                </a:moveTo>
                <a:lnTo>
                  <a:pt x="5438777" y="0"/>
                </a:lnTo>
                <a:cubicBezTo>
                  <a:pt x="5522944" y="0"/>
                  <a:pt x="5591175" y="68231"/>
                  <a:pt x="5591175" y="152398"/>
                </a:cubicBezTo>
                <a:lnTo>
                  <a:pt x="5591175" y="1019177"/>
                </a:lnTo>
                <a:cubicBezTo>
                  <a:pt x="5591175" y="1103344"/>
                  <a:pt x="5522944" y="1171575"/>
                  <a:pt x="5438777" y="1171575"/>
                </a:cubicBezTo>
                <a:lnTo>
                  <a:pt x="152398" y="1171575"/>
                </a:lnTo>
                <a:cubicBezTo>
                  <a:pt x="68231" y="1171575"/>
                  <a:pt x="0" y="1103344"/>
                  <a:pt x="0" y="10191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55569" y="5548313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FF3D71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5500688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10325" y="5843588"/>
            <a:ext cx="5267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your key insight or finding here. This space is designed for highlighting important conclusions from your data analysis.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3D71">
                  <a:alpha val="3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-1428750" y="3524250"/>
            <a:ext cx="4762500" cy="4762500"/>
          </a:xfrm>
          <a:custGeom>
            <a:avLst/>
            <a:gdLst/>
            <a:ahLst/>
            <a:cxnLst/>
            <a:rect l="l" t="t" r="r" b="b"/>
            <a:pathLst>
              <a:path w="4762500" h="4762500">
                <a:moveTo>
                  <a:pt x="2381250" y="0"/>
                </a:moveTo>
                <a:lnTo>
                  <a:pt x="2381250" y="0"/>
                </a:lnTo>
                <a:cubicBezTo>
                  <a:pt x="3695498" y="0"/>
                  <a:pt x="4762500" y="1067002"/>
                  <a:pt x="4762500" y="2381250"/>
                </a:cubicBezTo>
                <a:lnTo>
                  <a:pt x="4762500" y="2381250"/>
                </a:lnTo>
                <a:cubicBezTo>
                  <a:pt x="4762500" y="3695498"/>
                  <a:pt x="3695498" y="4762500"/>
                  <a:pt x="2381250" y="4762500"/>
                </a:cubicBezTo>
                <a:lnTo>
                  <a:pt x="2381250" y="4762500"/>
                </a:lnTo>
                <a:cubicBezTo>
                  <a:pt x="1067002" y="4762500"/>
                  <a:pt x="0" y="3695498"/>
                  <a:pt x="0" y="2381250"/>
                </a:cubicBezTo>
                <a:lnTo>
                  <a:pt x="0" y="2381250"/>
                </a:lnTo>
                <a:cubicBezTo>
                  <a:pt x="0" y="1067002"/>
                  <a:pt x="1067002" y="0"/>
                  <a:pt x="2381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7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4" name="Text 2"/>
          <p:cNvSpPr/>
          <p:nvPr/>
        </p:nvSpPr>
        <p:spPr>
          <a:xfrm>
            <a:off x="10237589" y="5181600"/>
            <a:ext cx="210502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FF3D71">
                    <a:alpha val="1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2219325"/>
            <a:ext cx="1266825" cy="390525"/>
          </a:xfrm>
          <a:custGeom>
            <a:avLst/>
            <a:gdLst/>
            <a:ahLst/>
            <a:cxnLst/>
            <a:rect l="l" t="t" r="r" b="b"/>
            <a:pathLst>
              <a:path w="1266825" h="390525">
                <a:moveTo>
                  <a:pt x="195263" y="0"/>
                </a:moveTo>
                <a:lnTo>
                  <a:pt x="1071563" y="0"/>
                </a:lnTo>
                <a:cubicBezTo>
                  <a:pt x="1179331" y="0"/>
                  <a:pt x="1266825" y="87494"/>
                  <a:pt x="1266825" y="195263"/>
                </a:cubicBezTo>
                <a:lnTo>
                  <a:pt x="1266825" y="195263"/>
                </a:lnTo>
                <a:cubicBezTo>
                  <a:pt x="1266825" y="303031"/>
                  <a:pt x="1179331" y="390525"/>
                  <a:pt x="107156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FF3D71">
              <a:alpha val="10196"/>
            </a:srgbClr>
          </a:solidFill>
          <a:ln w="12700">
            <a:solidFill>
              <a:srgbClr val="FF3D71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1025" y="2347913"/>
            <a:ext cx="9463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FF3D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2843213"/>
            <a:ext cx="57816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Analysis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3929063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19050" y="0"/>
                </a:moveTo>
                <a:lnTo>
                  <a:pt x="1504950" y="0"/>
                </a:lnTo>
                <a:cubicBezTo>
                  <a:pt x="1515464" y="0"/>
                  <a:pt x="1524000" y="8536"/>
                  <a:pt x="1524000" y="19050"/>
                </a:cubicBezTo>
                <a:lnTo>
                  <a:pt x="1524000" y="19050"/>
                </a:lnTo>
                <a:cubicBezTo>
                  <a:pt x="1524000" y="29564"/>
                  <a:pt x="1515464" y="38100"/>
                  <a:pt x="15049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3D71"/>
              </a:gs>
              <a:gs pos="50000">
                <a:srgbClr val="3D5AFE"/>
              </a:gs>
              <a:gs pos="100000">
                <a:srgbClr val="00E5FF"/>
              </a:gs>
            </a:gsLst>
            <a:lin ang="0" scaled="1"/>
          </a:gradFill>
          <a:ln/>
          <a:effectLst>
            <a:outerShdw sx="100000" sy="100000" kx="0" ky="0" algn="bl" rotWithShape="0" blurRad="190500" dist="50800" dir="2700000">
              <a:srgbClr val="3d5afe">
                <a:alpha val="5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1000" y="4271963"/>
            <a:ext cx="55530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framework and approach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-1143000"/>
            <a:ext cx="3810000" cy="3810000"/>
          </a:xfrm>
          <a:custGeom>
            <a:avLst/>
            <a:gdLst/>
            <a:ahLst/>
            <a:cxnLst/>
            <a:rect l="l" t="t" r="r" b="b"/>
            <a:pathLst>
              <a:path w="3810000" h="3810000">
                <a:moveTo>
                  <a:pt x="1905000" y="0"/>
                </a:moveTo>
                <a:lnTo>
                  <a:pt x="1905000" y="0"/>
                </a:lnTo>
                <a:cubicBezTo>
                  <a:pt x="2956398" y="0"/>
                  <a:pt x="3810000" y="853602"/>
                  <a:pt x="3810000" y="1905000"/>
                </a:cubicBezTo>
                <a:lnTo>
                  <a:pt x="3810000" y="1905000"/>
                </a:lnTo>
                <a:cubicBezTo>
                  <a:pt x="3810000" y="2956398"/>
                  <a:pt x="2956398" y="3810000"/>
                  <a:pt x="1905000" y="3810000"/>
                </a:cubicBezTo>
                <a:lnTo>
                  <a:pt x="1905000" y="3810000"/>
                </a:lnTo>
                <a:cubicBezTo>
                  <a:pt x="853602" y="3810000"/>
                  <a:pt x="0" y="2956398"/>
                  <a:pt x="0" y="1905000"/>
                </a:cubicBezTo>
                <a:lnTo>
                  <a:pt x="0" y="1905000"/>
                </a:lnTo>
                <a:cubicBezTo>
                  <a:pt x="0" y="853602"/>
                  <a:pt x="853602" y="0"/>
                  <a:pt x="1905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3D71"/>
              </a:gs>
              <a:gs pos="6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3D71"/>
              </a:gs>
              <a:gs pos="100000">
                <a:srgbClr val="3D5AFE"/>
              </a:gs>
            </a:gsLst>
            <a:lin ang="27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492472" y="47625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476250"/>
            <a:ext cx="159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FF3D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Strategy Framework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3716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64" y="0"/>
                  <a:pt x="762000" y="8536"/>
                  <a:pt x="762000" y="19050"/>
                </a:cubicBezTo>
                <a:lnTo>
                  <a:pt x="762000" y="19050"/>
                </a:lnTo>
                <a:cubicBezTo>
                  <a:pt x="762000" y="29564"/>
                  <a:pt x="753464" y="38100"/>
                  <a:pt x="7429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3D71"/>
              </a:gs>
              <a:gs pos="100000">
                <a:srgbClr val="3D5AFE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385763" y="1643063"/>
            <a:ext cx="3676650" cy="2276475"/>
          </a:xfrm>
          <a:custGeom>
            <a:avLst/>
            <a:gdLst/>
            <a:ahLst/>
            <a:cxnLst/>
            <a:rect l="l" t="t" r="r" b="b"/>
            <a:pathLst>
              <a:path w="3676650" h="2276475">
                <a:moveTo>
                  <a:pt x="152410" y="0"/>
                </a:moveTo>
                <a:lnTo>
                  <a:pt x="3524240" y="0"/>
                </a:lnTo>
                <a:cubicBezTo>
                  <a:pt x="3608414" y="0"/>
                  <a:pt x="3676650" y="68236"/>
                  <a:pt x="3676650" y="152410"/>
                </a:cubicBezTo>
                <a:lnTo>
                  <a:pt x="3676650" y="2124065"/>
                </a:lnTo>
                <a:cubicBezTo>
                  <a:pt x="3676650" y="2208239"/>
                  <a:pt x="3608414" y="2276475"/>
                  <a:pt x="3524240" y="2276475"/>
                </a:cubicBezTo>
                <a:lnTo>
                  <a:pt x="152410" y="2276475"/>
                </a:lnTo>
                <a:cubicBezTo>
                  <a:pt x="68236" y="2276475"/>
                  <a:pt x="0" y="2208239"/>
                  <a:pt x="0" y="2124065"/>
                </a:cubicBezTo>
                <a:lnTo>
                  <a:pt x="0" y="152410"/>
                </a:lnTo>
                <a:cubicBezTo>
                  <a:pt x="0" y="68236"/>
                  <a:pt x="68236" y="0"/>
                  <a:pt x="152410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1025" y="1838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100000">
                <a:srgbClr val="00E5FF"/>
              </a:gs>
            </a:gsLst>
            <a:lin ang="2700000" scaled="1"/>
          </a:gradFill>
          <a:ln/>
        </p:spPr>
      </p:sp>
      <p:sp>
        <p:nvSpPr>
          <p:cNvPr id="10" name="Text 8"/>
          <p:cNvSpPr/>
          <p:nvPr/>
        </p:nvSpPr>
        <p:spPr>
          <a:xfrm>
            <a:off x="533400" y="183832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2525" y="1933575"/>
            <a:ext cx="56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Pillar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1025" y="2447925"/>
            <a:ext cx="33528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Describe your first strategic pillar here. Explain the approach, methodology, or key focus area.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1025" y="3417094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  <a:lnTo>
                  <a:pt x="3286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D5AFE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95313" y="359330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3574256"/>
            <a:ext cx="83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Action Item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59163" y="1643063"/>
            <a:ext cx="3676650" cy="2276475"/>
          </a:xfrm>
          <a:custGeom>
            <a:avLst/>
            <a:gdLst/>
            <a:ahLst/>
            <a:cxnLst/>
            <a:rect l="l" t="t" r="r" b="b"/>
            <a:pathLst>
              <a:path w="3676650" h="2276475">
                <a:moveTo>
                  <a:pt x="152410" y="0"/>
                </a:moveTo>
                <a:lnTo>
                  <a:pt x="3524240" y="0"/>
                </a:lnTo>
                <a:cubicBezTo>
                  <a:pt x="3608414" y="0"/>
                  <a:pt x="3676650" y="68236"/>
                  <a:pt x="3676650" y="152410"/>
                </a:cubicBezTo>
                <a:lnTo>
                  <a:pt x="3676650" y="2124065"/>
                </a:lnTo>
                <a:cubicBezTo>
                  <a:pt x="3676650" y="2208239"/>
                  <a:pt x="3608414" y="2276475"/>
                  <a:pt x="3524240" y="2276475"/>
                </a:cubicBezTo>
                <a:lnTo>
                  <a:pt x="152410" y="2276475"/>
                </a:lnTo>
                <a:cubicBezTo>
                  <a:pt x="68236" y="2276475"/>
                  <a:pt x="0" y="2208239"/>
                  <a:pt x="0" y="2124065"/>
                </a:cubicBezTo>
                <a:lnTo>
                  <a:pt x="0" y="152410"/>
                </a:lnTo>
                <a:cubicBezTo>
                  <a:pt x="0" y="68236"/>
                  <a:pt x="68236" y="0"/>
                  <a:pt x="152410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54426" y="1838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E5FF"/>
              </a:gs>
              <a:gs pos="100000">
                <a:srgbClr val="3D5AFE"/>
              </a:gs>
            </a:gsLst>
            <a:lin ang="2700000" scaled="1"/>
          </a:gradFill>
          <a:ln/>
        </p:spPr>
      </p:sp>
      <p:sp>
        <p:nvSpPr>
          <p:cNvPr id="18" name="Text 16"/>
          <p:cNvSpPr/>
          <p:nvPr/>
        </p:nvSpPr>
        <p:spPr>
          <a:xfrm>
            <a:off x="4406801" y="183832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5926" y="1933575"/>
            <a:ext cx="59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Pillar 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54426" y="2447925"/>
            <a:ext cx="33528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Describe your second strategic pillar here. Explain the approach, methodology, or key focus area.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54426" y="3417094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  <a:lnTo>
                  <a:pt x="3286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E5FF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468713" y="359330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23" name="Text 21"/>
          <p:cNvSpPr/>
          <p:nvPr/>
        </p:nvSpPr>
        <p:spPr>
          <a:xfrm>
            <a:off x="4673501" y="3574256"/>
            <a:ext cx="83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Action Item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2713" y="1643063"/>
            <a:ext cx="3676650" cy="2276475"/>
          </a:xfrm>
          <a:custGeom>
            <a:avLst/>
            <a:gdLst/>
            <a:ahLst/>
            <a:cxnLst/>
            <a:rect l="l" t="t" r="r" b="b"/>
            <a:pathLst>
              <a:path w="3676650" h="2276475">
                <a:moveTo>
                  <a:pt x="152410" y="0"/>
                </a:moveTo>
                <a:lnTo>
                  <a:pt x="3524240" y="0"/>
                </a:lnTo>
                <a:cubicBezTo>
                  <a:pt x="3608414" y="0"/>
                  <a:pt x="3676650" y="68236"/>
                  <a:pt x="3676650" y="152410"/>
                </a:cubicBezTo>
                <a:lnTo>
                  <a:pt x="3676650" y="2124065"/>
                </a:lnTo>
                <a:cubicBezTo>
                  <a:pt x="3676650" y="2208239"/>
                  <a:pt x="3608414" y="2276475"/>
                  <a:pt x="3524240" y="2276475"/>
                </a:cubicBezTo>
                <a:lnTo>
                  <a:pt x="152410" y="2276475"/>
                </a:lnTo>
                <a:cubicBezTo>
                  <a:pt x="68236" y="2276475"/>
                  <a:pt x="0" y="2208239"/>
                  <a:pt x="0" y="2124065"/>
                </a:cubicBezTo>
                <a:lnTo>
                  <a:pt x="0" y="152410"/>
                </a:lnTo>
                <a:cubicBezTo>
                  <a:pt x="0" y="68236"/>
                  <a:pt x="68236" y="0"/>
                  <a:pt x="152410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7975" y="1838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3D71"/>
              </a:gs>
              <a:gs pos="100000">
                <a:srgbClr val="3D5AFE"/>
              </a:gs>
            </a:gsLst>
            <a:lin ang="2700000" scaled="1"/>
          </a:gradFill>
          <a:ln/>
        </p:spPr>
      </p:sp>
      <p:sp>
        <p:nvSpPr>
          <p:cNvPr id="26" name="Text 24"/>
          <p:cNvSpPr/>
          <p:nvPr/>
        </p:nvSpPr>
        <p:spPr>
          <a:xfrm>
            <a:off x="8280350" y="183832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99475" y="1933575"/>
            <a:ext cx="59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Pillar 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27975" y="2447925"/>
            <a:ext cx="33528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Describe your third strategic pillar here. Explain the approach, methodology, or key focus area.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27975" y="3417094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  <a:lnTo>
                  <a:pt x="3286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3D71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342263" y="359330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FF3D71"/>
          </a:solidFill>
          <a:ln/>
        </p:spPr>
      </p:sp>
      <p:sp>
        <p:nvSpPr>
          <p:cNvPr id="31" name="Text 29"/>
          <p:cNvSpPr/>
          <p:nvPr/>
        </p:nvSpPr>
        <p:spPr>
          <a:xfrm>
            <a:off x="8547050" y="3574256"/>
            <a:ext cx="83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3D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Action Item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5763" y="4121944"/>
            <a:ext cx="11420475" cy="2352675"/>
          </a:xfrm>
          <a:custGeom>
            <a:avLst/>
            <a:gdLst/>
            <a:ahLst/>
            <a:cxnLst/>
            <a:rect l="l" t="t" r="r" b="b"/>
            <a:pathLst>
              <a:path w="11420475" h="2352675">
                <a:moveTo>
                  <a:pt x="152406" y="0"/>
                </a:moveTo>
                <a:lnTo>
                  <a:pt x="11268069" y="0"/>
                </a:lnTo>
                <a:cubicBezTo>
                  <a:pt x="11352184" y="0"/>
                  <a:pt x="11420475" y="68291"/>
                  <a:pt x="11420475" y="152406"/>
                </a:cubicBezTo>
                <a:lnTo>
                  <a:pt x="11420475" y="2200269"/>
                </a:lnTo>
                <a:cubicBezTo>
                  <a:pt x="11420475" y="2284384"/>
                  <a:pt x="11352184" y="2352675"/>
                  <a:pt x="11268069" y="2352675"/>
                </a:cubicBezTo>
                <a:lnTo>
                  <a:pt x="152406" y="2352675"/>
                </a:lnTo>
                <a:cubicBezTo>
                  <a:pt x="68291" y="2352675"/>
                  <a:pt x="0" y="2284384"/>
                  <a:pt x="0" y="220026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4838" y="436483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3D5AFE"/>
          </a:solidFill>
          <a:ln/>
        </p:spPr>
      </p:sp>
      <p:sp>
        <p:nvSpPr>
          <p:cNvPr id="34" name="Text 32"/>
          <p:cNvSpPr/>
          <p:nvPr/>
        </p:nvSpPr>
        <p:spPr>
          <a:xfrm>
            <a:off x="800100" y="4317206"/>
            <a:ext cx="1089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Flow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85788" y="4741069"/>
            <a:ext cx="3305175" cy="1152525"/>
          </a:xfrm>
          <a:custGeom>
            <a:avLst/>
            <a:gdLst/>
            <a:ahLst/>
            <a:cxnLst/>
            <a:rect l="l" t="t" r="r" b="b"/>
            <a:pathLst>
              <a:path w="3305175" h="1152525">
                <a:moveTo>
                  <a:pt x="114296" y="0"/>
                </a:moveTo>
                <a:lnTo>
                  <a:pt x="3190879" y="0"/>
                </a:lnTo>
                <a:cubicBezTo>
                  <a:pt x="3254003" y="0"/>
                  <a:pt x="3305175" y="51172"/>
                  <a:pt x="3305175" y="114296"/>
                </a:cubicBezTo>
                <a:lnTo>
                  <a:pt x="3305175" y="1038229"/>
                </a:lnTo>
                <a:cubicBezTo>
                  <a:pt x="3305175" y="1101353"/>
                  <a:pt x="3254003" y="1152525"/>
                  <a:pt x="3190879" y="1152525"/>
                </a:cubicBezTo>
                <a:lnTo>
                  <a:pt x="114296" y="1152525"/>
                </a:lnTo>
                <a:cubicBezTo>
                  <a:pt x="51172" y="1152525"/>
                  <a:pt x="0" y="1101353"/>
                  <a:pt x="0" y="10382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3D5AFE">
              <a:alpha val="10196"/>
            </a:srgbClr>
          </a:solidFill>
          <a:ln w="12700">
            <a:solidFill>
              <a:srgbClr val="3D5AFE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47726" y="489823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5AFE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175867" y="4974431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5AF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9613" y="5355431"/>
            <a:ext cx="3057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4375" y="5584031"/>
            <a:ext cx="304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8EAED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71789" y="52220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443264" y="4741069"/>
            <a:ext cx="3305175" cy="1152525"/>
          </a:xfrm>
          <a:custGeom>
            <a:avLst/>
            <a:gdLst/>
            <a:ahLst/>
            <a:cxnLst/>
            <a:rect l="l" t="t" r="r" b="b"/>
            <a:pathLst>
              <a:path w="3305175" h="1152525">
                <a:moveTo>
                  <a:pt x="114296" y="0"/>
                </a:moveTo>
                <a:lnTo>
                  <a:pt x="3190879" y="0"/>
                </a:lnTo>
                <a:cubicBezTo>
                  <a:pt x="3254003" y="0"/>
                  <a:pt x="3305175" y="51172"/>
                  <a:pt x="3305175" y="114296"/>
                </a:cubicBezTo>
                <a:lnTo>
                  <a:pt x="3305175" y="1038229"/>
                </a:lnTo>
                <a:cubicBezTo>
                  <a:pt x="3305175" y="1101353"/>
                  <a:pt x="3254003" y="1152525"/>
                  <a:pt x="3190879" y="1152525"/>
                </a:cubicBezTo>
                <a:lnTo>
                  <a:pt x="114296" y="1152525"/>
                </a:lnTo>
                <a:cubicBezTo>
                  <a:pt x="51172" y="1152525"/>
                  <a:pt x="0" y="1101353"/>
                  <a:pt x="0" y="10382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  <a:ln w="12700">
            <a:solidFill>
              <a:srgbClr val="00E5FF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05351" y="489823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018907" y="4974431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67089" y="5355431"/>
            <a:ext cx="3057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571851" y="5584031"/>
            <a:ext cx="304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8EAED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929414" y="52220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47" name="Shape 45"/>
          <p:cNvSpPr/>
          <p:nvPr/>
        </p:nvSpPr>
        <p:spPr>
          <a:xfrm>
            <a:off x="8300889" y="4741069"/>
            <a:ext cx="3305175" cy="1152525"/>
          </a:xfrm>
          <a:custGeom>
            <a:avLst/>
            <a:gdLst/>
            <a:ahLst/>
            <a:cxnLst/>
            <a:rect l="l" t="t" r="r" b="b"/>
            <a:pathLst>
              <a:path w="3305175" h="1152525">
                <a:moveTo>
                  <a:pt x="114296" y="0"/>
                </a:moveTo>
                <a:lnTo>
                  <a:pt x="3190879" y="0"/>
                </a:lnTo>
                <a:cubicBezTo>
                  <a:pt x="3254003" y="0"/>
                  <a:pt x="3305175" y="51172"/>
                  <a:pt x="3305175" y="114296"/>
                </a:cubicBezTo>
                <a:lnTo>
                  <a:pt x="3305175" y="1038229"/>
                </a:lnTo>
                <a:cubicBezTo>
                  <a:pt x="3305175" y="1101353"/>
                  <a:pt x="3254003" y="1152525"/>
                  <a:pt x="3190879" y="1152525"/>
                </a:cubicBezTo>
                <a:lnTo>
                  <a:pt x="114296" y="1152525"/>
                </a:lnTo>
                <a:cubicBezTo>
                  <a:pt x="51172" y="1152525"/>
                  <a:pt x="0" y="1101353"/>
                  <a:pt x="0" y="10382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F3D71">
              <a:alpha val="10196"/>
            </a:srgbClr>
          </a:solidFill>
          <a:ln w="12700">
            <a:solidFill>
              <a:srgbClr val="FF3D71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62976" y="489823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3D71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9874597" y="4974431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3D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24714" y="5355431"/>
            <a:ext cx="3057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429476" y="5584031"/>
            <a:ext cx="304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8EAED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D5AFE">
                  <a:alpha val="3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858250" y="1047750"/>
            <a:ext cx="4762500" cy="4762500"/>
          </a:xfrm>
          <a:custGeom>
            <a:avLst/>
            <a:gdLst/>
            <a:ahLst/>
            <a:cxnLst/>
            <a:rect l="l" t="t" r="r" b="b"/>
            <a:pathLst>
              <a:path w="4762500" h="4762500">
                <a:moveTo>
                  <a:pt x="2381250" y="0"/>
                </a:moveTo>
                <a:lnTo>
                  <a:pt x="2381250" y="0"/>
                </a:lnTo>
                <a:cubicBezTo>
                  <a:pt x="3695498" y="0"/>
                  <a:pt x="4762500" y="1067002"/>
                  <a:pt x="4762500" y="2381250"/>
                </a:cubicBezTo>
                <a:lnTo>
                  <a:pt x="4762500" y="2381250"/>
                </a:lnTo>
                <a:cubicBezTo>
                  <a:pt x="4762500" y="3695498"/>
                  <a:pt x="3695498" y="4762500"/>
                  <a:pt x="2381250" y="4762500"/>
                </a:cubicBezTo>
                <a:lnTo>
                  <a:pt x="2381250" y="4762500"/>
                </a:lnTo>
                <a:cubicBezTo>
                  <a:pt x="1067002" y="4762500"/>
                  <a:pt x="0" y="3695498"/>
                  <a:pt x="0" y="2381250"/>
                </a:cubicBezTo>
                <a:lnTo>
                  <a:pt x="0" y="2381250"/>
                </a:lnTo>
                <a:cubicBezTo>
                  <a:pt x="0" y="1067002"/>
                  <a:pt x="1067002" y="0"/>
                  <a:pt x="2381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E5FF"/>
              </a:gs>
              <a:gs pos="7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4" name="Text 2"/>
          <p:cNvSpPr/>
          <p:nvPr/>
        </p:nvSpPr>
        <p:spPr>
          <a:xfrm>
            <a:off x="10238780" y="5181600"/>
            <a:ext cx="210502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3D5AFE">
                    <a:alpha val="1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2219325"/>
            <a:ext cx="1266825" cy="390525"/>
          </a:xfrm>
          <a:custGeom>
            <a:avLst/>
            <a:gdLst/>
            <a:ahLst/>
            <a:cxnLst/>
            <a:rect l="l" t="t" r="r" b="b"/>
            <a:pathLst>
              <a:path w="1266825" h="390525">
                <a:moveTo>
                  <a:pt x="195263" y="0"/>
                </a:moveTo>
                <a:lnTo>
                  <a:pt x="1071563" y="0"/>
                </a:lnTo>
                <a:cubicBezTo>
                  <a:pt x="1179331" y="0"/>
                  <a:pt x="1266825" y="87494"/>
                  <a:pt x="1266825" y="195263"/>
                </a:cubicBezTo>
                <a:lnTo>
                  <a:pt x="1266825" y="195263"/>
                </a:lnTo>
                <a:cubicBezTo>
                  <a:pt x="1266825" y="303031"/>
                  <a:pt x="1179331" y="390525"/>
                  <a:pt x="107156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3D5AFE">
              <a:alpha val="10196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1025" y="2347913"/>
            <a:ext cx="9426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2843213"/>
            <a:ext cx="50863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3929063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19050" y="0"/>
                </a:moveTo>
                <a:lnTo>
                  <a:pt x="1504950" y="0"/>
                </a:lnTo>
                <a:cubicBezTo>
                  <a:pt x="1515464" y="0"/>
                  <a:pt x="1524000" y="8536"/>
                  <a:pt x="1524000" y="19050"/>
                </a:cubicBezTo>
                <a:lnTo>
                  <a:pt x="1524000" y="19050"/>
                </a:lnTo>
                <a:cubicBezTo>
                  <a:pt x="1524000" y="29564"/>
                  <a:pt x="1515464" y="38100"/>
                  <a:pt x="15049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50000">
                <a:srgbClr val="00E5FF"/>
              </a:gs>
              <a:gs pos="100000">
                <a:srgbClr val="FF3D71"/>
              </a:gs>
            </a:gsLst>
            <a:lin ang="0" scaled="1"/>
          </a:gradFill>
          <a:ln/>
          <a:effectLst>
            <a:outerShdw sx="100000" sy="100000" kx="0" ky="0" algn="bl" rotWithShape="0" blurRad="190500" dist="50800" dir="2700000">
              <a:srgbClr val="3d5afe">
                <a:alpha val="5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1000" y="4271963"/>
            <a:ext cx="48577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plan and execution roadmap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4191000"/>
            <a:ext cx="3810000" cy="3810000"/>
          </a:xfrm>
          <a:custGeom>
            <a:avLst/>
            <a:gdLst/>
            <a:ahLst/>
            <a:cxnLst/>
            <a:rect l="l" t="t" r="r" b="b"/>
            <a:pathLst>
              <a:path w="3810000" h="3810000">
                <a:moveTo>
                  <a:pt x="1905000" y="0"/>
                </a:moveTo>
                <a:lnTo>
                  <a:pt x="1905000" y="0"/>
                </a:lnTo>
                <a:cubicBezTo>
                  <a:pt x="2956398" y="0"/>
                  <a:pt x="3810000" y="853602"/>
                  <a:pt x="3810000" y="1905000"/>
                </a:cubicBezTo>
                <a:lnTo>
                  <a:pt x="3810000" y="1905000"/>
                </a:lnTo>
                <a:cubicBezTo>
                  <a:pt x="3810000" y="2956398"/>
                  <a:pt x="2956398" y="3810000"/>
                  <a:pt x="1905000" y="3810000"/>
                </a:cubicBezTo>
                <a:lnTo>
                  <a:pt x="1905000" y="3810000"/>
                </a:lnTo>
                <a:cubicBezTo>
                  <a:pt x="853602" y="3810000"/>
                  <a:pt x="0" y="2956398"/>
                  <a:pt x="0" y="1905000"/>
                </a:cubicBezTo>
                <a:lnTo>
                  <a:pt x="0" y="1905000"/>
                </a:lnTo>
                <a:cubicBezTo>
                  <a:pt x="0" y="853602"/>
                  <a:pt x="853602" y="0"/>
                  <a:pt x="1905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6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100000">
                <a:srgbClr val="FF3D71"/>
              </a:gs>
            </a:gsLst>
            <a:lin ang="27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494258" y="476250"/>
            <a:ext cx="21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47625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3D5AF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Plan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3716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64" y="0"/>
                  <a:pt x="762000" y="8536"/>
                  <a:pt x="762000" y="19050"/>
                </a:cubicBezTo>
                <a:lnTo>
                  <a:pt x="762000" y="19050"/>
                </a:lnTo>
                <a:cubicBezTo>
                  <a:pt x="762000" y="29564"/>
                  <a:pt x="753464" y="38100"/>
                  <a:pt x="7429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100000">
                <a:srgbClr val="FF3D71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385763" y="1643063"/>
            <a:ext cx="5591175" cy="4829175"/>
          </a:xfrm>
          <a:custGeom>
            <a:avLst/>
            <a:gdLst/>
            <a:ahLst/>
            <a:cxnLst/>
            <a:rect l="l" t="t" r="r" b="b"/>
            <a:pathLst>
              <a:path w="5591175" h="4829175">
                <a:moveTo>
                  <a:pt x="152409" y="0"/>
                </a:moveTo>
                <a:lnTo>
                  <a:pt x="5438766" y="0"/>
                </a:lnTo>
                <a:cubicBezTo>
                  <a:pt x="5522939" y="0"/>
                  <a:pt x="5591175" y="68236"/>
                  <a:pt x="5591175" y="152409"/>
                </a:cubicBezTo>
                <a:lnTo>
                  <a:pt x="5591175" y="4676766"/>
                </a:lnTo>
                <a:cubicBezTo>
                  <a:pt x="5591175" y="4760939"/>
                  <a:pt x="5522939" y="4829175"/>
                  <a:pt x="5438766" y="4829175"/>
                </a:cubicBezTo>
                <a:lnTo>
                  <a:pt x="152409" y="4829175"/>
                </a:lnTo>
                <a:cubicBezTo>
                  <a:pt x="68236" y="4829175"/>
                  <a:pt x="0" y="4760939"/>
                  <a:pt x="0" y="4676766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4844" y="19145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3D5AFE"/>
          </a:solidFill>
          <a:ln/>
        </p:spPr>
      </p:sp>
      <p:sp>
        <p:nvSpPr>
          <p:cNvPr id="10" name="Text 8"/>
          <p:cNvSpPr/>
          <p:nvPr/>
        </p:nvSpPr>
        <p:spPr>
          <a:xfrm>
            <a:off x="857250" y="1876425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Timeline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125" y="2333625"/>
            <a:ext cx="152400" cy="123825"/>
          </a:xfrm>
          <a:custGeom>
            <a:avLst/>
            <a:gdLst/>
            <a:ahLst/>
            <a:cxnLst/>
            <a:rect l="l" t="t" r="r" b="b"/>
            <a:pathLst>
              <a:path w="152400" h="123825">
                <a:moveTo>
                  <a:pt x="61912" y="0"/>
                </a:moveTo>
                <a:lnTo>
                  <a:pt x="90488" y="0"/>
                </a:lnTo>
                <a:cubicBezTo>
                  <a:pt x="124658" y="0"/>
                  <a:pt x="152400" y="27742"/>
                  <a:pt x="152400" y="61912"/>
                </a:cubicBezTo>
                <a:lnTo>
                  <a:pt x="152400" y="61912"/>
                </a:lnTo>
                <a:cubicBezTo>
                  <a:pt x="152400" y="96083"/>
                  <a:pt x="124658" y="123825"/>
                  <a:pt x="90488" y="123825"/>
                </a:cubicBezTo>
                <a:lnTo>
                  <a:pt x="61912" y="123825"/>
                </a:lnTo>
                <a:cubicBezTo>
                  <a:pt x="27742" y="123825"/>
                  <a:pt x="0" y="96083"/>
                  <a:pt x="0" y="6191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3D5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453878"/>
            <a:ext cx="19050" cy="447675"/>
          </a:xfrm>
          <a:custGeom>
            <a:avLst/>
            <a:gdLst/>
            <a:ahLst/>
            <a:cxnLst/>
            <a:rect l="l" t="t" r="r" b="b"/>
            <a:pathLst>
              <a:path w="19050" h="447675">
                <a:moveTo>
                  <a:pt x="0" y="0"/>
                </a:moveTo>
                <a:lnTo>
                  <a:pt x="19050" y="0"/>
                </a:lnTo>
                <a:lnTo>
                  <a:pt x="19050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3D5AFE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23925" y="2333625"/>
            <a:ext cx="53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5AF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 2025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70422" y="2352675"/>
            <a:ext cx="85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AED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74155" y="2352675"/>
            <a:ext cx="409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3925" y="2562225"/>
            <a:ext cx="159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 description here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" y="3057525"/>
            <a:ext cx="152400" cy="123825"/>
          </a:xfrm>
          <a:custGeom>
            <a:avLst/>
            <a:gdLst/>
            <a:ahLst/>
            <a:cxnLst/>
            <a:rect l="l" t="t" r="r" b="b"/>
            <a:pathLst>
              <a:path w="152400" h="123825">
                <a:moveTo>
                  <a:pt x="61912" y="0"/>
                </a:moveTo>
                <a:lnTo>
                  <a:pt x="90488" y="0"/>
                </a:lnTo>
                <a:cubicBezTo>
                  <a:pt x="124658" y="0"/>
                  <a:pt x="152400" y="27742"/>
                  <a:pt x="152400" y="61912"/>
                </a:cubicBezTo>
                <a:lnTo>
                  <a:pt x="152400" y="61912"/>
                </a:lnTo>
                <a:cubicBezTo>
                  <a:pt x="152400" y="96083"/>
                  <a:pt x="124658" y="123825"/>
                  <a:pt x="90488" y="123825"/>
                </a:cubicBezTo>
                <a:lnTo>
                  <a:pt x="61912" y="123825"/>
                </a:lnTo>
                <a:cubicBezTo>
                  <a:pt x="27742" y="123825"/>
                  <a:pt x="0" y="96083"/>
                  <a:pt x="0" y="6191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177778"/>
            <a:ext cx="19050" cy="447675"/>
          </a:xfrm>
          <a:custGeom>
            <a:avLst/>
            <a:gdLst/>
            <a:ahLst/>
            <a:cxnLst/>
            <a:rect l="l" t="t" r="r" b="b"/>
            <a:pathLst>
              <a:path w="19050" h="447675">
                <a:moveTo>
                  <a:pt x="0" y="0"/>
                </a:moveTo>
                <a:lnTo>
                  <a:pt x="19050" y="0"/>
                </a:lnTo>
                <a:lnTo>
                  <a:pt x="19050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00E5FF">
              <a:alpha val="3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23925" y="3057525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 2025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6020" y="3076575"/>
            <a:ext cx="85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AED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99754" y="3076575"/>
            <a:ext cx="428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3925" y="3286125"/>
            <a:ext cx="159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 description here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" y="3781425"/>
            <a:ext cx="152400" cy="123825"/>
          </a:xfrm>
          <a:custGeom>
            <a:avLst/>
            <a:gdLst/>
            <a:ahLst/>
            <a:cxnLst/>
            <a:rect l="l" t="t" r="r" b="b"/>
            <a:pathLst>
              <a:path w="152400" h="123825">
                <a:moveTo>
                  <a:pt x="61912" y="0"/>
                </a:moveTo>
                <a:lnTo>
                  <a:pt x="90488" y="0"/>
                </a:lnTo>
                <a:cubicBezTo>
                  <a:pt x="124658" y="0"/>
                  <a:pt x="152400" y="27742"/>
                  <a:pt x="152400" y="61912"/>
                </a:cubicBezTo>
                <a:lnTo>
                  <a:pt x="152400" y="61912"/>
                </a:lnTo>
                <a:cubicBezTo>
                  <a:pt x="152400" y="96083"/>
                  <a:pt x="124658" y="123825"/>
                  <a:pt x="90488" y="123825"/>
                </a:cubicBezTo>
                <a:lnTo>
                  <a:pt x="61912" y="123825"/>
                </a:lnTo>
                <a:cubicBezTo>
                  <a:pt x="27742" y="123825"/>
                  <a:pt x="0" y="96083"/>
                  <a:pt x="0" y="61913"/>
                </a:cubicBezTo>
                <a:lnTo>
                  <a:pt x="0" y="61912"/>
                </a:lnTo>
                <a:cubicBezTo>
                  <a:pt x="0" y="27742"/>
                  <a:pt x="27742" y="0"/>
                  <a:pt x="61912" y="0"/>
                </a:cubicBezTo>
                <a:close/>
              </a:path>
            </a:pathLst>
          </a:custGeom>
          <a:solidFill>
            <a:srgbClr val="FF3D71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3901678"/>
            <a:ext cx="19050" cy="447675"/>
          </a:xfrm>
          <a:custGeom>
            <a:avLst/>
            <a:gdLst/>
            <a:ahLst/>
            <a:cxnLst/>
            <a:rect l="l" t="t" r="r" b="b"/>
            <a:pathLst>
              <a:path w="19050" h="447675">
                <a:moveTo>
                  <a:pt x="0" y="0"/>
                </a:moveTo>
                <a:lnTo>
                  <a:pt x="19050" y="0"/>
                </a:lnTo>
                <a:lnTo>
                  <a:pt x="19050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FF3D71">
              <a:alpha val="3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23925" y="3781425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3D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 2025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9443" y="3800475"/>
            <a:ext cx="85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AED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03177" y="3800475"/>
            <a:ext cx="438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925" y="4010025"/>
            <a:ext cx="159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 description here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8650" y="45148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lnTo>
                  <a:pt x="66675" y="0"/>
                </a:lnTo>
                <a:cubicBezTo>
                  <a:pt x="103474" y="0"/>
                  <a:pt x="133350" y="29876"/>
                  <a:pt x="133350" y="66675"/>
                </a:cubicBezTo>
                <a:lnTo>
                  <a:pt x="133350" y="66675"/>
                </a:lnTo>
                <a:cubicBezTo>
                  <a:pt x="133350" y="103474"/>
                  <a:pt x="103474" y="133350"/>
                  <a:pt x="66675" y="133350"/>
                </a:cubicBezTo>
                <a:lnTo>
                  <a:pt x="66675" y="133350"/>
                </a:lnTo>
                <a:cubicBezTo>
                  <a:pt x="29876" y="133350"/>
                  <a:pt x="0" y="103474"/>
                  <a:pt x="0" y="66675"/>
                </a:cubicBezTo>
                <a:lnTo>
                  <a:pt x="0" y="66675"/>
                </a:lnTo>
                <a:cubicBezTo>
                  <a:pt x="0" y="29876"/>
                  <a:pt x="29876" y="0"/>
                  <a:pt x="66675" y="0"/>
                </a:cubicBezTo>
                <a:close/>
              </a:path>
            </a:pathLst>
          </a:custGeom>
          <a:solidFill>
            <a:srgbClr val="3D5AFE">
              <a:alpha val="50196"/>
            </a:srgbClr>
          </a:solidFill>
          <a:ln w="25400">
            <a:solidFill>
              <a:srgbClr val="3D5AFE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923925" y="4505325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AED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 2025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5871" y="4524375"/>
            <a:ext cx="85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AED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99605" y="4524375"/>
            <a:ext cx="371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AED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3925" y="4733925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AED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Upcoming initiatives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5063" y="1643063"/>
            <a:ext cx="5591175" cy="3429000"/>
          </a:xfrm>
          <a:custGeom>
            <a:avLst/>
            <a:gdLst/>
            <a:ahLst/>
            <a:cxnLst/>
            <a:rect l="l" t="t" r="r" b="b"/>
            <a:pathLst>
              <a:path w="5591175" h="3429000">
                <a:moveTo>
                  <a:pt x="152385" y="0"/>
                </a:moveTo>
                <a:lnTo>
                  <a:pt x="5438790" y="0"/>
                </a:lnTo>
                <a:cubicBezTo>
                  <a:pt x="5522950" y="0"/>
                  <a:pt x="5591175" y="68225"/>
                  <a:pt x="5591175" y="152385"/>
                </a:cubicBezTo>
                <a:lnTo>
                  <a:pt x="5591175" y="3276615"/>
                </a:lnTo>
                <a:cubicBezTo>
                  <a:pt x="5591175" y="3360775"/>
                  <a:pt x="5522950" y="3429000"/>
                  <a:pt x="5438790" y="3429000"/>
                </a:cubicBezTo>
                <a:lnTo>
                  <a:pt x="152385" y="3429000"/>
                </a:lnTo>
                <a:cubicBezTo>
                  <a:pt x="68225" y="3429000"/>
                  <a:pt x="0" y="3360775"/>
                  <a:pt x="0" y="3276615"/>
                </a:cubicBezTo>
                <a:lnTo>
                  <a:pt x="0" y="152385"/>
                </a:lnTo>
                <a:cubicBezTo>
                  <a:pt x="0" y="68281"/>
                  <a:pt x="68281" y="0"/>
                  <a:pt x="152385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34138" y="18859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1838325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Deliverables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10325" y="2257425"/>
            <a:ext cx="5200650" cy="609600"/>
          </a:xfrm>
          <a:custGeom>
            <a:avLst/>
            <a:gdLst/>
            <a:ahLst/>
            <a:cxnLst/>
            <a:rect l="l" t="t" r="r" b="b"/>
            <a:pathLst>
              <a:path w="5200650" h="609600">
                <a:moveTo>
                  <a:pt x="76200" y="0"/>
                </a:moveTo>
                <a:lnTo>
                  <a:pt x="5124450" y="0"/>
                </a:lnTo>
                <a:cubicBezTo>
                  <a:pt x="5166506" y="0"/>
                  <a:pt x="5200650" y="34144"/>
                  <a:pt x="5200650" y="76200"/>
                </a:cubicBezTo>
                <a:lnTo>
                  <a:pt x="5200650" y="533400"/>
                </a:lnTo>
                <a:cubicBezTo>
                  <a:pt x="5200650" y="575456"/>
                  <a:pt x="5166506" y="609600"/>
                  <a:pt x="51244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5AFE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543675" y="2390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5AFE"/>
          </a:solidFill>
          <a:ln/>
        </p:spPr>
      </p:sp>
      <p:sp>
        <p:nvSpPr>
          <p:cNvPr id="39" name="Text 37"/>
          <p:cNvSpPr/>
          <p:nvPr/>
        </p:nvSpPr>
        <p:spPr>
          <a:xfrm>
            <a:off x="6829425" y="2371725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 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29425" y="2600325"/>
            <a:ext cx="790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AED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10325" y="2981325"/>
            <a:ext cx="5200650" cy="609600"/>
          </a:xfrm>
          <a:custGeom>
            <a:avLst/>
            <a:gdLst/>
            <a:ahLst/>
            <a:cxnLst/>
            <a:rect l="l" t="t" r="r" b="b"/>
            <a:pathLst>
              <a:path w="5200650" h="609600">
                <a:moveTo>
                  <a:pt x="76200" y="0"/>
                </a:moveTo>
                <a:lnTo>
                  <a:pt x="5124450" y="0"/>
                </a:lnTo>
                <a:cubicBezTo>
                  <a:pt x="5166506" y="0"/>
                  <a:pt x="5200650" y="34144"/>
                  <a:pt x="5200650" y="76200"/>
                </a:cubicBezTo>
                <a:lnTo>
                  <a:pt x="5200650" y="533400"/>
                </a:lnTo>
                <a:cubicBezTo>
                  <a:pt x="5200650" y="575456"/>
                  <a:pt x="5166506" y="609600"/>
                  <a:pt x="51244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543675" y="3114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43" name="Text 41"/>
          <p:cNvSpPr/>
          <p:nvPr/>
        </p:nvSpPr>
        <p:spPr>
          <a:xfrm>
            <a:off x="6829425" y="3095625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 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29425" y="3324225"/>
            <a:ext cx="809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AED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10325" y="3705225"/>
            <a:ext cx="5200650" cy="609600"/>
          </a:xfrm>
          <a:custGeom>
            <a:avLst/>
            <a:gdLst/>
            <a:ahLst/>
            <a:cxnLst/>
            <a:rect l="l" t="t" r="r" b="b"/>
            <a:pathLst>
              <a:path w="5200650" h="609600">
                <a:moveTo>
                  <a:pt x="76200" y="0"/>
                </a:moveTo>
                <a:lnTo>
                  <a:pt x="5124450" y="0"/>
                </a:lnTo>
                <a:cubicBezTo>
                  <a:pt x="5166506" y="0"/>
                  <a:pt x="5200650" y="34144"/>
                  <a:pt x="5200650" y="76200"/>
                </a:cubicBezTo>
                <a:lnTo>
                  <a:pt x="5200650" y="533400"/>
                </a:lnTo>
                <a:cubicBezTo>
                  <a:pt x="5200650" y="575456"/>
                  <a:pt x="5166506" y="609600"/>
                  <a:pt x="51244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3D71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543675" y="3838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3D71"/>
          </a:solidFill>
          <a:ln/>
        </p:spPr>
      </p:sp>
      <p:sp>
        <p:nvSpPr>
          <p:cNvPr id="47" name="Text 45"/>
          <p:cNvSpPr/>
          <p:nvPr/>
        </p:nvSpPr>
        <p:spPr>
          <a:xfrm>
            <a:off x="6829425" y="3819525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 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29425" y="4048125"/>
            <a:ext cx="819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8EAED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15063" y="5267325"/>
            <a:ext cx="5591175" cy="1209675"/>
          </a:xfrm>
          <a:custGeom>
            <a:avLst/>
            <a:gdLst/>
            <a:ahLst/>
            <a:cxnLst/>
            <a:rect l="l" t="t" r="r" b="b"/>
            <a:pathLst>
              <a:path w="5591175" h="1209675">
                <a:moveTo>
                  <a:pt x="152395" y="0"/>
                </a:moveTo>
                <a:lnTo>
                  <a:pt x="5438780" y="0"/>
                </a:lnTo>
                <a:cubicBezTo>
                  <a:pt x="5522889" y="0"/>
                  <a:pt x="5591175" y="68286"/>
                  <a:pt x="5591175" y="152395"/>
                </a:cubicBezTo>
                <a:lnTo>
                  <a:pt x="5591175" y="1057280"/>
                </a:lnTo>
                <a:cubicBezTo>
                  <a:pt x="5591175" y="1141389"/>
                  <a:pt x="5522889" y="1209675"/>
                  <a:pt x="5438780" y="1209675"/>
                </a:cubicBezTo>
                <a:lnTo>
                  <a:pt x="152395" y="1209675"/>
                </a:lnTo>
                <a:cubicBezTo>
                  <a:pt x="68286" y="1209675"/>
                  <a:pt x="0" y="1141389"/>
                  <a:pt x="0" y="1057280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34138" y="551021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FF3D71"/>
          </a:solidFill>
          <a:ln/>
        </p:spPr>
      </p:sp>
      <p:sp>
        <p:nvSpPr>
          <p:cNvPr id="51" name="Text 49"/>
          <p:cNvSpPr/>
          <p:nvPr/>
        </p:nvSpPr>
        <p:spPr>
          <a:xfrm>
            <a:off x="6629400" y="5462588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Mitigation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10325" y="5843588"/>
            <a:ext cx="52673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8EAED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potential risks and mitigation strategies here. Consider technical, operational, and market risks.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381000"/>
            <a:ext cx="7620000" cy="7620000"/>
          </a:xfrm>
          <a:custGeom>
            <a:avLst/>
            <a:gdLst/>
            <a:ahLst/>
            <a:cxnLst/>
            <a:rect l="l" t="t" r="r" b="b"/>
            <a:pathLst>
              <a:path w="7620000" h="7620000">
                <a:moveTo>
                  <a:pt x="3810000" y="0"/>
                </a:moveTo>
                <a:lnTo>
                  <a:pt x="3810000" y="0"/>
                </a:lnTo>
                <a:cubicBezTo>
                  <a:pt x="5912796" y="0"/>
                  <a:pt x="7620000" y="1707204"/>
                  <a:pt x="7620000" y="3810000"/>
                </a:cubicBezTo>
                <a:lnTo>
                  <a:pt x="7620000" y="3810000"/>
                </a:lnTo>
                <a:cubicBezTo>
                  <a:pt x="7620000" y="5912796"/>
                  <a:pt x="5912796" y="7620000"/>
                  <a:pt x="3810000" y="7620000"/>
                </a:cubicBezTo>
                <a:lnTo>
                  <a:pt x="3810000" y="7620000"/>
                </a:lnTo>
                <a:cubicBezTo>
                  <a:pt x="1707204" y="7620000"/>
                  <a:pt x="0" y="5912796"/>
                  <a:pt x="0" y="3810000"/>
                </a:cubicBezTo>
                <a:lnTo>
                  <a:pt x="0" y="3810000"/>
                </a:lnTo>
                <a:cubicBezTo>
                  <a:pt x="0" y="1707204"/>
                  <a:pt x="1707204" y="0"/>
                  <a:pt x="3810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30000">
                <a:srgbClr val="00E5FF"/>
              </a:gs>
              <a:gs pos="7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D5AFE">
                  <a:alpha val="1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E5FF">
                  <a:alpha val="10000"/>
                </a:srgbClr>
              </a:gs>
            </a:gsLst>
            <a:lin ang="54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5638800" y="147637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50000">
                <a:srgbClr val="00E5FF"/>
              </a:gs>
              <a:gs pos="100000">
                <a:srgbClr val="FF3D71"/>
              </a:gs>
            </a:gsLst>
            <a:lin ang="2700000" scaled="1"/>
          </a:gradFill>
          <a:ln/>
          <a:effectLst>
            <a:outerShdw sx="100000" sy="100000" kx="0" ky="0" algn="bl" rotWithShape="0" blurRad="190500" dist="50800" dir="2700000">
              <a:srgbClr val="3d5afe">
                <a:alpha val="5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24550" y="176212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5725" y="214313"/>
                </a:moveTo>
                <a:lnTo>
                  <a:pt x="16408" y="214313"/>
                </a:lnTo>
                <a:cubicBezTo>
                  <a:pt x="-268" y="214313"/>
                  <a:pt x="-10515" y="196163"/>
                  <a:pt x="-1942" y="181831"/>
                </a:cubicBezTo>
                <a:lnTo>
                  <a:pt x="33486" y="122761"/>
                </a:lnTo>
                <a:cubicBezTo>
                  <a:pt x="39313" y="113050"/>
                  <a:pt x="49761" y="107156"/>
                  <a:pt x="61079" y="107156"/>
                </a:cubicBezTo>
                <a:lnTo>
                  <a:pt x="124703" y="107156"/>
                </a:lnTo>
                <a:cubicBezTo>
                  <a:pt x="175669" y="20828"/>
                  <a:pt x="251683" y="16475"/>
                  <a:pt x="302515" y="23909"/>
                </a:cubicBezTo>
                <a:cubicBezTo>
                  <a:pt x="311088" y="25182"/>
                  <a:pt x="317785" y="31879"/>
                  <a:pt x="318991" y="40385"/>
                </a:cubicBezTo>
                <a:cubicBezTo>
                  <a:pt x="326425" y="91217"/>
                  <a:pt x="322072" y="167231"/>
                  <a:pt x="235744" y="218197"/>
                </a:cubicBezTo>
                <a:lnTo>
                  <a:pt x="235744" y="281821"/>
                </a:lnTo>
                <a:cubicBezTo>
                  <a:pt x="235744" y="293139"/>
                  <a:pt x="229850" y="303587"/>
                  <a:pt x="220139" y="309414"/>
                </a:cubicBezTo>
                <a:lnTo>
                  <a:pt x="161069" y="344842"/>
                </a:lnTo>
                <a:cubicBezTo>
                  <a:pt x="146804" y="353415"/>
                  <a:pt x="128588" y="343101"/>
                  <a:pt x="128588" y="326492"/>
                </a:cubicBezTo>
                <a:lnTo>
                  <a:pt x="128588" y="257175"/>
                </a:lnTo>
                <a:cubicBezTo>
                  <a:pt x="128588" y="233534"/>
                  <a:pt x="109366" y="214313"/>
                  <a:pt x="85725" y="214313"/>
                </a:cubicBezTo>
                <a:lnTo>
                  <a:pt x="85658" y="214313"/>
                </a:lnTo>
                <a:close/>
                <a:moveTo>
                  <a:pt x="267891" y="107156"/>
                </a:moveTo>
                <a:cubicBezTo>
                  <a:pt x="267891" y="89414"/>
                  <a:pt x="253486" y="75009"/>
                  <a:pt x="235744" y="75009"/>
                </a:cubicBezTo>
                <a:cubicBezTo>
                  <a:pt x="218001" y="75009"/>
                  <a:pt x="203597" y="89414"/>
                  <a:pt x="203597" y="107156"/>
                </a:cubicBezTo>
                <a:cubicBezTo>
                  <a:pt x="203597" y="124899"/>
                  <a:pt x="218001" y="139303"/>
                  <a:pt x="235744" y="139303"/>
                </a:cubicBezTo>
                <a:cubicBezTo>
                  <a:pt x="253486" y="139303"/>
                  <a:pt x="267891" y="124899"/>
                  <a:pt x="267891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627811" y="2924175"/>
            <a:ext cx="2933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8E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0" y="37242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D5AFE"/>
              </a:gs>
              <a:gs pos="50000">
                <a:srgbClr val="00E5FF"/>
              </a:gs>
              <a:gs pos="100000">
                <a:srgbClr val="FF3D71"/>
              </a:gs>
            </a:gsLst>
            <a:lin ang="0" scaled="1"/>
          </a:gradFill>
          <a:ln/>
          <a:effectLst>
            <a:outerShdw sx="100000" sy="100000" kx="0" ky="0" algn="bl" rotWithShape="0" blurRad="190500" dist="50800" dir="2700000">
              <a:srgbClr val="3d5afe">
                <a:alpha val="5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76651" y="4067175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30103" y="4833938"/>
            <a:ext cx="2181225" cy="542925"/>
          </a:xfrm>
          <a:custGeom>
            <a:avLst/>
            <a:gdLst/>
            <a:ahLst/>
            <a:cxnLst/>
            <a:rect l="l" t="t" r="r" b="b"/>
            <a:pathLst>
              <a:path w="2181225" h="542925">
                <a:moveTo>
                  <a:pt x="152399" y="0"/>
                </a:moveTo>
                <a:lnTo>
                  <a:pt x="2028826" y="0"/>
                </a:lnTo>
                <a:cubicBezTo>
                  <a:pt x="2112994" y="0"/>
                  <a:pt x="2181225" y="68231"/>
                  <a:pt x="2181225" y="152399"/>
                </a:cubicBezTo>
                <a:lnTo>
                  <a:pt x="2181225" y="390526"/>
                </a:lnTo>
                <a:cubicBezTo>
                  <a:pt x="2181225" y="474694"/>
                  <a:pt x="2112994" y="542925"/>
                  <a:pt x="2028826" y="542925"/>
                </a:cubicBezTo>
                <a:lnTo>
                  <a:pt x="152399" y="542925"/>
                </a:lnTo>
                <a:cubicBezTo>
                  <a:pt x="68288" y="542925"/>
                  <a:pt x="0" y="474637"/>
                  <a:pt x="0" y="3905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87278" y="5010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23812"/>
                </a:moveTo>
                <a:cubicBezTo>
                  <a:pt x="8000" y="23812"/>
                  <a:pt x="0" y="31812"/>
                  <a:pt x="0" y="41672"/>
                </a:cubicBezTo>
                <a:cubicBezTo>
                  <a:pt x="0" y="47290"/>
                  <a:pt x="2642" y="52574"/>
                  <a:pt x="7144" y="55959"/>
                </a:cubicBezTo>
                <a:lnTo>
                  <a:pt x="84534" y="114002"/>
                </a:lnTo>
                <a:cubicBezTo>
                  <a:pt x="90897" y="118765"/>
                  <a:pt x="99603" y="118765"/>
                  <a:pt x="105966" y="114002"/>
                </a:cubicBezTo>
                <a:lnTo>
                  <a:pt x="183356" y="55959"/>
                </a:lnTo>
                <a:cubicBezTo>
                  <a:pt x="187858" y="52574"/>
                  <a:pt x="190500" y="47290"/>
                  <a:pt x="190500" y="41672"/>
                </a:cubicBezTo>
                <a:cubicBezTo>
                  <a:pt x="190500" y="31812"/>
                  <a:pt x="182500" y="23812"/>
                  <a:pt x="172641" y="23812"/>
                </a:cubicBezTo>
                <a:lnTo>
                  <a:pt x="17859" y="23812"/>
                </a:lnTo>
                <a:close/>
                <a:moveTo>
                  <a:pt x="0" y="72926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2926"/>
                </a:lnTo>
                <a:lnTo>
                  <a:pt x="116681" y="128290"/>
                </a:lnTo>
                <a:cubicBezTo>
                  <a:pt x="103994" y="137815"/>
                  <a:pt x="86506" y="137815"/>
                  <a:pt x="73819" y="128290"/>
                </a:cubicBezTo>
                <a:lnTo>
                  <a:pt x="0" y="72926"/>
                </a:lnTo>
                <a:close/>
              </a:path>
            </a:pathLst>
          </a:custGeom>
          <a:solidFill>
            <a:srgbClr val="3D5AFE"/>
          </a:solidFill>
          <a:ln/>
        </p:spPr>
      </p:sp>
      <p:sp>
        <p:nvSpPr>
          <p:cNvPr id="11" name="Text 9"/>
          <p:cNvSpPr/>
          <p:nvPr/>
        </p:nvSpPr>
        <p:spPr>
          <a:xfrm>
            <a:off x="3277791" y="4991100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email@example.com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25653" y="4833938"/>
            <a:ext cx="2124075" cy="542925"/>
          </a:xfrm>
          <a:custGeom>
            <a:avLst/>
            <a:gdLst/>
            <a:ahLst/>
            <a:cxnLst/>
            <a:rect l="l" t="t" r="r" b="b"/>
            <a:pathLst>
              <a:path w="2124075" h="542925">
                <a:moveTo>
                  <a:pt x="152399" y="0"/>
                </a:moveTo>
                <a:lnTo>
                  <a:pt x="1971676" y="0"/>
                </a:lnTo>
                <a:cubicBezTo>
                  <a:pt x="2055844" y="0"/>
                  <a:pt x="2124075" y="68231"/>
                  <a:pt x="2124075" y="152399"/>
                </a:cubicBezTo>
                <a:lnTo>
                  <a:pt x="2124075" y="390526"/>
                </a:lnTo>
                <a:cubicBezTo>
                  <a:pt x="2124075" y="474694"/>
                  <a:pt x="2055844" y="542925"/>
                  <a:pt x="1971676" y="542925"/>
                </a:cubicBezTo>
                <a:lnTo>
                  <a:pt x="152399" y="542925"/>
                </a:lnTo>
                <a:cubicBezTo>
                  <a:pt x="68288" y="542925"/>
                  <a:pt x="0" y="474637"/>
                  <a:pt x="0" y="3905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2828" y="5010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5773341" y="4991100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www.example.com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66286" y="4833938"/>
            <a:ext cx="1800225" cy="542925"/>
          </a:xfrm>
          <a:custGeom>
            <a:avLst/>
            <a:gdLst/>
            <a:ahLst/>
            <a:cxnLst/>
            <a:rect l="l" t="t" r="r" b="b"/>
            <a:pathLst>
              <a:path w="1800225" h="542925">
                <a:moveTo>
                  <a:pt x="152399" y="0"/>
                </a:moveTo>
                <a:lnTo>
                  <a:pt x="1647826" y="0"/>
                </a:lnTo>
                <a:cubicBezTo>
                  <a:pt x="1731994" y="0"/>
                  <a:pt x="1800225" y="68231"/>
                  <a:pt x="1800225" y="152399"/>
                </a:cubicBezTo>
                <a:lnTo>
                  <a:pt x="1800225" y="390526"/>
                </a:lnTo>
                <a:cubicBezTo>
                  <a:pt x="1800225" y="474694"/>
                  <a:pt x="1731994" y="542925"/>
                  <a:pt x="1647826" y="542925"/>
                </a:cubicBezTo>
                <a:lnTo>
                  <a:pt x="152399" y="542925"/>
                </a:lnTo>
                <a:cubicBezTo>
                  <a:pt x="68288" y="542925"/>
                  <a:pt x="0" y="474637"/>
                  <a:pt x="0" y="3905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3D5AFE">
              <a:alpha val="7843"/>
            </a:srgbClr>
          </a:solidFill>
          <a:ln w="12700">
            <a:solidFill>
              <a:srgbClr val="3D5AFE">
                <a:alpha val="25098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23461" y="5010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9606" y="9302"/>
                </a:moveTo>
                <a:cubicBezTo>
                  <a:pt x="56666" y="2270"/>
                  <a:pt x="49002" y="-1451"/>
                  <a:pt x="41709" y="521"/>
                </a:cubicBezTo>
                <a:lnTo>
                  <a:pt x="39663" y="1079"/>
                </a:lnTo>
                <a:cubicBezTo>
                  <a:pt x="15627" y="7627"/>
                  <a:pt x="-4911" y="30919"/>
                  <a:pt x="1079" y="59271"/>
                </a:cubicBezTo>
                <a:cubicBezTo>
                  <a:pt x="14883" y="124383"/>
                  <a:pt x="66117" y="175617"/>
                  <a:pt x="131229" y="189421"/>
                </a:cubicBezTo>
                <a:cubicBezTo>
                  <a:pt x="159618" y="195449"/>
                  <a:pt x="182873" y="174873"/>
                  <a:pt x="189421" y="150837"/>
                </a:cubicBezTo>
                <a:lnTo>
                  <a:pt x="189979" y="148791"/>
                </a:lnTo>
                <a:cubicBezTo>
                  <a:pt x="191988" y="141461"/>
                  <a:pt x="188230" y="133796"/>
                  <a:pt x="181235" y="130894"/>
                </a:cubicBezTo>
                <a:lnTo>
                  <a:pt x="145033" y="115825"/>
                </a:lnTo>
                <a:cubicBezTo>
                  <a:pt x="138894" y="113258"/>
                  <a:pt x="131787" y="115044"/>
                  <a:pt x="127546" y="120216"/>
                </a:cubicBezTo>
                <a:lnTo>
                  <a:pt x="113184" y="137778"/>
                </a:lnTo>
                <a:cubicBezTo>
                  <a:pt x="87027" y="124792"/>
                  <a:pt x="65968" y="103063"/>
                  <a:pt x="53876" y="76386"/>
                </a:cubicBezTo>
                <a:lnTo>
                  <a:pt x="70321" y="62992"/>
                </a:lnTo>
                <a:cubicBezTo>
                  <a:pt x="75493" y="58787"/>
                  <a:pt x="77242" y="51681"/>
                  <a:pt x="74712" y="45504"/>
                </a:cubicBezTo>
                <a:lnTo>
                  <a:pt x="59606" y="9302"/>
                </a:lnTo>
                <a:close/>
              </a:path>
            </a:pathLst>
          </a:custGeom>
          <a:solidFill>
            <a:srgbClr val="FF3D71"/>
          </a:solidFill>
          <a:ln/>
        </p:spPr>
      </p:sp>
      <p:sp>
        <p:nvSpPr>
          <p:cNvPr id="17" name="Text 15"/>
          <p:cNvSpPr/>
          <p:nvPr/>
        </p:nvSpPr>
        <p:spPr>
          <a:xfrm>
            <a:off x="8213973" y="4991100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AED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+1 234 567 890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subject>Presentation Template</dc:subject>
  <dc:creator>Kimi</dc:creator>
  <cp:lastModifiedBy>Kimi</cp:lastModifiedBy>
  <cp:revision>1</cp:revision>
  <dcterms:created xsi:type="dcterms:W3CDTF">2026-02-25T18:49:00Z</dcterms:created>
  <dcterms:modified xsi:type="dcterms:W3CDTF">2026-02-25T18:49:00Z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{"Label":"Presentation Template","ContentProducer":"001191110108MACG2KBH8F10000","ProduceID":"19c961f8-2672-82a2-8000-00008b41b023","ReservedCode1":"","ContentPropagator":"001191110108MACG2KBH8F20000","PropagateID":"19c961f8-2672-82a2-8000-00008b41b023","ReservedCode2":""}</vt:lpwstr>
  </property>
</Properties>
</file>